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8" r:id="rId3"/>
    <p:sldId id="261" r:id="rId4"/>
    <p:sldId id="263" r:id="rId5"/>
    <p:sldId id="306" r:id="rId6"/>
    <p:sldId id="264" r:id="rId7"/>
    <p:sldId id="307" r:id="rId8"/>
    <p:sldId id="280" r:id="rId9"/>
    <p:sldId id="308" r:id="rId10"/>
    <p:sldId id="265" r:id="rId11"/>
    <p:sldId id="262" r:id="rId12"/>
  </p:sldIdLst>
  <p:sldSz cx="9144000" cy="5143500" type="screen16x9"/>
  <p:notesSz cx="6858000" cy="9144000"/>
  <p:embeddedFontLst>
    <p:embeddedFont>
      <p:font typeface="Anaheim" panose="020B0604020202020204" charset="0"/>
      <p:regular r:id="rId14"/>
      <p:bold r:id="rId15"/>
    </p:embeddedFont>
    <p:embeddedFont>
      <p:font typeface="Bebas Neue" panose="020B0606020202050201" pitchFamily="34" charset="0"/>
      <p:regular r:id="rId16"/>
    </p:embeddedFont>
    <p:embeddedFont>
      <p:font typeface="Montserrat" panose="00000500000000000000" pitchFamily="2" charset="-52"/>
      <p:regular r:id="rId17"/>
      <p:bold r:id="rId18"/>
      <p:italic r:id="rId19"/>
      <p:boldItalic r:id="rId20"/>
    </p:embeddedFont>
    <p:embeddedFont>
      <p:font typeface="Montserrat Black" panose="00000A00000000000000" pitchFamily="2" charset="-52"/>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4BA7A7-B101-4E3B-9D24-68B9BF4A74F9}">
  <a:tblStyle styleId="{374BA7A7-B101-4E3B-9D24-68B9BF4A74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0" d="100"/>
          <a:sy n="130" d="100"/>
        </p:scale>
        <p:origin x="30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A68D64-DE5F-41E1-9EBA-5A3BDD033EDF}"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bg-BG"/>
        </a:p>
      </dgm:t>
    </dgm:pt>
    <dgm:pt modelId="{FEC2CD18-D2F2-4D3D-9E73-8D3B33C2BC54}">
      <dgm:prSet phldrT="[Текст]" phldr="0"/>
      <dgm:spPr/>
      <dgm:t>
        <a:bodyPr/>
        <a:lstStyle/>
        <a:p>
          <a:r>
            <a:rPr lang="en-US" dirty="0"/>
            <a:t>First Week</a:t>
          </a:r>
          <a:endParaRPr lang="bg-BG" dirty="0"/>
        </a:p>
      </dgm:t>
    </dgm:pt>
    <dgm:pt modelId="{187A471F-34DD-4EA7-A994-61E562D2825E}" type="parTrans" cxnId="{88B85881-2014-4E71-B22E-00B5DEFAE032}">
      <dgm:prSet/>
      <dgm:spPr/>
      <dgm:t>
        <a:bodyPr/>
        <a:lstStyle/>
        <a:p>
          <a:endParaRPr lang="bg-BG"/>
        </a:p>
      </dgm:t>
    </dgm:pt>
    <dgm:pt modelId="{6F73297A-0CE1-4286-96BF-FE04F09C8489}" type="sibTrans" cxnId="{88B85881-2014-4E71-B22E-00B5DEFAE032}">
      <dgm:prSet/>
      <dgm:spPr/>
      <dgm:t>
        <a:bodyPr/>
        <a:lstStyle/>
        <a:p>
          <a:endParaRPr lang="bg-BG"/>
        </a:p>
      </dgm:t>
    </dgm:pt>
    <dgm:pt modelId="{80078458-9963-4ADA-AD50-20B4F7A0A238}">
      <dgm:prSet phldrT="[Текст]" phldr="0"/>
      <dgm:spPr/>
      <dgm:t>
        <a:bodyPr/>
        <a:lstStyle/>
        <a:p>
          <a:r>
            <a:rPr lang="en-US" dirty="0">
              <a:solidFill>
                <a:schemeClr val="bg1">
                  <a:lumMod val="75000"/>
                  <a:lumOff val="25000"/>
                </a:schemeClr>
              </a:solidFill>
            </a:rPr>
            <a:t>Creating the Working Environment.</a:t>
          </a:r>
          <a:endParaRPr lang="bg-BG" dirty="0">
            <a:solidFill>
              <a:schemeClr val="bg1">
                <a:lumMod val="75000"/>
                <a:lumOff val="25000"/>
              </a:schemeClr>
            </a:solidFill>
          </a:endParaRPr>
        </a:p>
      </dgm:t>
    </dgm:pt>
    <dgm:pt modelId="{7EECE360-3F4C-4C04-8870-88D8F926F1D0}" type="parTrans" cxnId="{8051D2BB-0F36-4B12-A760-9EB9953784DD}">
      <dgm:prSet/>
      <dgm:spPr/>
      <dgm:t>
        <a:bodyPr/>
        <a:lstStyle/>
        <a:p>
          <a:endParaRPr lang="bg-BG"/>
        </a:p>
      </dgm:t>
    </dgm:pt>
    <dgm:pt modelId="{DFE7DB39-7964-4F4F-BBC0-CA6C59464517}" type="sibTrans" cxnId="{8051D2BB-0F36-4B12-A760-9EB9953784DD}">
      <dgm:prSet/>
      <dgm:spPr/>
      <dgm:t>
        <a:bodyPr/>
        <a:lstStyle/>
        <a:p>
          <a:endParaRPr lang="bg-BG"/>
        </a:p>
      </dgm:t>
    </dgm:pt>
    <dgm:pt modelId="{26913B64-C48F-442D-8D3B-5446D79A7873}">
      <dgm:prSet phldrT="[Текст]" phldr="0"/>
      <dgm:spPr/>
      <dgm:t>
        <a:bodyPr/>
        <a:lstStyle/>
        <a:p>
          <a:r>
            <a:rPr lang="en-US" dirty="0"/>
            <a:t>Second Week</a:t>
          </a:r>
          <a:endParaRPr lang="bg-BG" dirty="0"/>
        </a:p>
      </dgm:t>
    </dgm:pt>
    <dgm:pt modelId="{D8985204-357E-4E87-8546-BA9AB41AFA4A}" type="parTrans" cxnId="{CBA9B354-7EBA-476E-9E7F-4C25D322326B}">
      <dgm:prSet/>
      <dgm:spPr/>
      <dgm:t>
        <a:bodyPr/>
        <a:lstStyle/>
        <a:p>
          <a:endParaRPr lang="bg-BG"/>
        </a:p>
      </dgm:t>
    </dgm:pt>
    <dgm:pt modelId="{7EF8F75D-67C0-4FF3-9900-004C7B6066B5}" type="sibTrans" cxnId="{CBA9B354-7EBA-476E-9E7F-4C25D322326B}">
      <dgm:prSet/>
      <dgm:spPr/>
      <dgm:t>
        <a:bodyPr/>
        <a:lstStyle/>
        <a:p>
          <a:endParaRPr lang="bg-BG"/>
        </a:p>
      </dgm:t>
    </dgm:pt>
    <dgm:pt modelId="{54E6C0D0-5A7D-410A-80E6-D6AF90D3E142}">
      <dgm:prSet phldrT="[Текст]" phldr="0"/>
      <dgm:spPr/>
      <dgm:t>
        <a:bodyPr/>
        <a:lstStyle/>
        <a:p>
          <a:r>
            <a:rPr lang="en-US" dirty="0">
              <a:solidFill>
                <a:schemeClr val="bg1">
                  <a:lumMod val="75000"/>
                  <a:lumOff val="25000"/>
                </a:schemeClr>
              </a:solidFill>
            </a:rPr>
            <a:t>Create the Main Menu and Login/Register</a:t>
          </a:r>
          <a:endParaRPr lang="bg-BG" dirty="0">
            <a:solidFill>
              <a:schemeClr val="bg1">
                <a:lumMod val="75000"/>
                <a:lumOff val="25000"/>
              </a:schemeClr>
            </a:solidFill>
          </a:endParaRPr>
        </a:p>
      </dgm:t>
    </dgm:pt>
    <dgm:pt modelId="{6ACF881E-1EE5-40FE-83E3-E7FDDF0C88B9}" type="parTrans" cxnId="{026993FF-1385-48E6-B405-1663FB6390CA}">
      <dgm:prSet/>
      <dgm:spPr/>
      <dgm:t>
        <a:bodyPr/>
        <a:lstStyle/>
        <a:p>
          <a:endParaRPr lang="bg-BG"/>
        </a:p>
      </dgm:t>
    </dgm:pt>
    <dgm:pt modelId="{C197CA64-E08C-4D87-A2A4-6CDE6AABA1FA}" type="sibTrans" cxnId="{026993FF-1385-48E6-B405-1663FB6390CA}">
      <dgm:prSet/>
      <dgm:spPr/>
      <dgm:t>
        <a:bodyPr/>
        <a:lstStyle/>
        <a:p>
          <a:endParaRPr lang="bg-BG"/>
        </a:p>
      </dgm:t>
    </dgm:pt>
    <dgm:pt modelId="{8DE54254-551D-4FF1-8807-8B641C9C60E7}">
      <dgm:prSet phldrT="[Текст]" phldr="0"/>
      <dgm:spPr/>
      <dgm:t>
        <a:bodyPr/>
        <a:lstStyle/>
        <a:p>
          <a:r>
            <a:rPr lang="en-US" dirty="0"/>
            <a:t>Third Week</a:t>
          </a:r>
          <a:endParaRPr lang="bg-BG" dirty="0"/>
        </a:p>
      </dgm:t>
    </dgm:pt>
    <dgm:pt modelId="{A433E297-0496-439F-8522-AF7D18C374FB}" type="parTrans" cxnId="{BCF06F20-B825-4532-B644-B77AC18C563D}">
      <dgm:prSet/>
      <dgm:spPr/>
      <dgm:t>
        <a:bodyPr/>
        <a:lstStyle/>
        <a:p>
          <a:endParaRPr lang="bg-BG"/>
        </a:p>
      </dgm:t>
    </dgm:pt>
    <dgm:pt modelId="{5C3188D0-A31D-4BC6-BE55-C2BC98B31737}" type="sibTrans" cxnId="{BCF06F20-B825-4532-B644-B77AC18C563D}">
      <dgm:prSet/>
      <dgm:spPr/>
      <dgm:t>
        <a:bodyPr/>
        <a:lstStyle/>
        <a:p>
          <a:endParaRPr lang="bg-BG"/>
        </a:p>
      </dgm:t>
    </dgm:pt>
    <dgm:pt modelId="{E0AA2FEA-FD1A-46B6-9BC4-4B166C0F9D99}">
      <dgm:prSet phldrT="[Текст]" phldr="0"/>
      <dgm:spPr/>
      <dgm:t>
        <a:bodyPr/>
        <a:lstStyle/>
        <a:p>
          <a:r>
            <a:rPr lang="en-US" dirty="0">
              <a:solidFill>
                <a:schemeClr val="bg1">
                  <a:lumMod val="75000"/>
                  <a:lumOff val="25000"/>
                </a:schemeClr>
              </a:solidFill>
            </a:rPr>
            <a:t>Make final changes to the app</a:t>
          </a:r>
          <a:endParaRPr lang="bg-BG" dirty="0">
            <a:solidFill>
              <a:schemeClr val="bg1">
                <a:lumMod val="75000"/>
                <a:lumOff val="25000"/>
              </a:schemeClr>
            </a:solidFill>
          </a:endParaRPr>
        </a:p>
      </dgm:t>
    </dgm:pt>
    <dgm:pt modelId="{6C434031-14D8-43D5-ACED-B6114D777C5F}" type="parTrans" cxnId="{E8DE28D8-767B-42AD-B4D1-8E3ABD5696F6}">
      <dgm:prSet/>
      <dgm:spPr/>
      <dgm:t>
        <a:bodyPr/>
        <a:lstStyle/>
        <a:p>
          <a:endParaRPr lang="bg-BG"/>
        </a:p>
      </dgm:t>
    </dgm:pt>
    <dgm:pt modelId="{2ECC43D3-7614-4454-923F-E1F94FF5441F}" type="sibTrans" cxnId="{E8DE28D8-767B-42AD-B4D1-8E3ABD5696F6}">
      <dgm:prSet/>
      <dgm:spPr/>
      <dgm:t>
        <a:bodyPr/>
        <a:lstStyle/>
        <a:p>
          <a:endParaRPr lang="bg-BG"/>
        </a:p>
      </dgm:t>
    </dgm:pt>
    <dgm:pt modelId="{F2EE4615-06EF-491B-B361-9EE1C2D33081}">
      <dgm:prSet phldrT="[Текст]" phldr="0"/>
      <dgm:spPr/>
      <dgm:t>
        <a:bodyPr/>
        <a:lstStyle/>
        <a:p>
          <a:r>
            <a:rPr lang="en-US" dirty="0">
              <a:solidFill>
                <a:schemeClr val="bg1">
                  <a:lumMod val="75000"/>
                  <a:lumOff val="25000"/>
                </a:schemeClr>
              </a:solidFill>
            </a:rPr>
            <a:t>The main idea</a:t>
          </a:r>
          <a:endParaRPr lang="bg-BG" dirty="0">
            <a:solidFill>
              <a:schemeClr val="bg1">
                <a:lumMod val="75000"/>
                <a:lumOff val="25000"/>
              </a:schemeClr>
            </a:solidFill>
          </a:endParaRPr>
        </a:p>
      </dgm:t>
    </dgm:pt>
    <dgm:pt modelId="{FC17C52D-EBC3-4E88-9EFE-F815916C6EB9}" type="parTrans" cxnId="{D3E3420B-D39A-4FBF-9FD6-BB5D8F3DBA2F}">
      <dgm:prSet/>
      <dgm:spPr/>
      <dgm:t>
        <a:bodyPr/>
        <a:lstStyle/>
        <a:p>
          <a:endParaRPr lang="bg-BG"/>
        </a:p>
      </dgm:t>
    </dgm:pt>
    <dgm:pt modelId="{FF4FA75C-74E0-4655-AA2B-57E4C17C33B0}" type="sibTrans" cxnId="{D3E3420B-D39A-4FBF-9FD6-BB5D8F3DBA2F}">
      <dgm:prSet/>
      <dgm:spPr/>
      <dgm:t>
        <a:bodyPr/>
        <a:lstStyle/>
        <a:p>
          <a:endParaRPr lang="bg-BG"/>
        </a:p>
      </dgm:t>
    </dgm:pt>
    <dgm:pt modelId="{95EA53E4-6D66-45B7-8194-49D77AEFB45D}">
      <dgm:prSet phldrT="[Текст]" phldr="0"/>
      <dgm:spPr/>
      <dgm:t>
        <a:bodyPr/>
        <a:lstStyle/>
        <a:p>
          <a:r>
            <a:rPr lang="en-US" dirty="0">
              <a:solidFill>
                <a:schemeClr val="bg1">
                  <a:lumMod val="75000"/>
                  <a:lumOff val="25000"/>
                </a:schemeClr>
              </a:solidFill>
            </a:rPr>
            <a:t>Make the User Interface of the app</a:t>
          </a:r>
          <a:endParaRPr lang="bg-BG" dirty="0">
            <a:solidFill>
              <a:schemeClr val="bg1">
                <a:lumMod val="75000"/>
                <a:lumOff val="25000"/>
              </a:schemeClr>
            </a:solidFill>
          </a:endParaRPr>
        </a:p>
      </dgm:t>
    </dgm:pt>
    <dgm:pt modelId="{CFB239A1-2094-474C-AC7D-22689C8DD877}" type="parTrans" cxnId="{E0C06484-D5F6-47A6-8C42-56ABBEC40C47}">
      <dgm:prSet/>
      <dgm:spPr/>
      <dgm:t>
        <a:bodyPr/>
        <a:lstStyle/>
        <a:p>
          <a:endParaRPr lang="bg-BG"/>
        </a:p>
      </dgm:t>
    </dgm:pt>
    <dgm:pt modelId="{5A6C632D-CF29-418D-B297-B2C17F270A9A}" type="sibTrans" cxnId="{E0C06484-D5F6-47A6-8C42-56ABBEC40C47}">
      <dgm:prSet/>
      <dgm:spPr/>
      <dgm:t>
        <a:bodyPr/>
        <a:lstStyle/>
        <a:p>
          <a:endParaRPr lang="bg-BG"/>
        </a:p>
      </dgm:t>
    </dgm:pt>
    <dgm:pt modelId="{1AC80997-7F3D-4115-B8F0-20D1C196AAF9}">
      <dgm:prSet phldrT="[Текст]" phldr="0"/>
      <dgm:spPr/>
      <dgm:t>
        <a:bodyPr/>
        <a:lstStyle/>
        <a:p>
          <a:r>
            <a:rPr lang="en-US" dirty="0">
              <a:solidFill>
                <a:schemeClr val="bg1">
                  <a:lumMod val="75000"/>
                  <a:lumOff val="25000"/>
                </a:schemeClr>
              </a:solidFill>
            </a:rPr>
            <a:t>Create the menus of the app</a:t>
          </a:r>
          <a:endParaRPr lang="bg-BG" dirty="0">
            <a:solidFill>
              <a:schemeClr val="bg1">
                <a:lumMod val="75000"/>
                <a:lumOff val="25000"/>
              </a:schemeClr>
            </a:solidFill>
          </a:endParaRPr>
        </a:p>
      </dgm:t>
    </dgm:pt>
    <dgm:pt modelId="{BB03C21A-6DA5-4AFF-90FB-C0F9AE9508FF}" type="parTrans" cxnId="{BC852FBB-DFA0-4467-998C-604B332431CA}">
      <dgm:prSet/>
      <dgm:spPr/>
      <dgm:t>
        <a:bodyPr/>
        <a:lstStyle/>
        <a:p>
          <a:endParaRPr lang="bg-BG"/>
        </a:p>
      </dgm:t>
    </dgm:pt>
    <dgm:pt modelId="{2FE728C1-615D-427D-89A0-6B750A6628FB}" type="sibTrans" cxnId="{BC852FBB-DFA0-4467-998C-604B332431CA}">
      <dgm:prSet/>
      <dgm:spPr/>
      <dgm:t>
        <a:bodyPr/>
        <a:lstStyle/>
        <a:p>
          <a:endParaRPr lang="bg-BG"/>
        </a:p>
      </dgm:t>
    </dgm:pt>
    <dgm:pt modelId="{25282F0D-48FC-4633-BBC5-08E302A76D89}">
      <dgm:prSet phldrT="[Текст]" phldr="0"/>
      <dgm:spPr/>
      <dgm:t>
        <a:bodyPr/>
        <a:lstStyle/>
        <a:p>
          <a:r>
            <a:rPr lang="en-US" dirty="0">
              <a:solidFill>
                <a:schemeClr val="bg1">
                  <a:lumMod val="75000"/>
                  <a:lumOff val="25000"/>
                </a:schemeClr>
              </a:solidFill>
            </a:rPr>
            <a:t>Creating the presentation and the documentation </a:t>
          </a:r>
          <a:endParaRPr lang="bg-BG" dirty="0">
            <a:solidFill>
              <a:schemeClr val="bg1">
                <a:lumMod val="75000"/>
                <a:lumOff val="25000"/>
              </a:schemeClr>
            </a:solidFill>
          </a:endParaRPr>
        </a:p>
      </dgm:t>
    </dgm:pt>
    <dgm:pt modelId="{290B759E-B39B-4CAD-A1E6-38D8114C5395}" type="parTrans" cxnId="{AF53725C-7C1B-4A44-9112-1D74768D0878}">
      <dgm:prSet/>
      <dgm:spPr/>
      <dgm:t>
        <a:bodyPr/>
        <a:lstStyle/>
        <a:p>
          <a:endParaRPr lang="bg-BG"/>
        </a:p>
      </dgm:t>
    </dgm:pt>
    <dgm:pt modelId="{7DD07E19-F458-47F1-B411-2DD6ADE5697F}" type="sibTrans" cxnId="{AF53725C-7C1B-4A44-9112-1D74768D0878}">
      <dgm:prSet/>
      <dgm:spPr/>
      <dgm:t>
        <a:bodyPr/>
        <a:lstStyle/>
        <a:p>
          <a:endParaRPr lang="bg-BG"/>
        </a:p>
      </dgm:t>
    </dgm:pt>
    <dgm:pt modelId="{757FEF77-CB69-407B-8738-6806A2767E3F}" type="pres">
      <dgm:prSet presAssocID="{83A68D64-DE5F-41E1-9EBA-5A3BDD033EDF}" presName="linearFlow" presStyleCnt="0">
        <dgm:presLayoutVars>
          <dgm:dir/>
          <dgm:animLvl val="lvl"/>
          <dgm:resizeHandles val="exact"/>
        </dgm:presLayoutVars>
      </dgm:prSet>
      <dgm:spPr/>
    </dgm:pt>
    <dgm:pt modelId="{9ED2C0C8-EE7D-4169-A837-935A6E19E7B5}" type="pres">
      <dgm:prSet presAssocID="{FEC2CD18-D2F2-4D3D-9E73-8D3B33C2BC54}" presName="composite" presStyleCnt="0"/>
      <dgm:spPr/>
    </dgm:pt>
    <dgm:pt modelId="{D353523B-0C50-4EBB-885D-B377063C53C9}" type="pres">
      <dgm:prSet presAssocID="{FEC2CD18-D2F2-4D3D-9E73-8D3B33C2BC54}" presName="parTx" presStyleLbl="node1" presStyleIdx="0" presStyleCnt="3">
        <dgm:presLayoutVars>
          <dgm:chMax val="0"/>
          <dgm:chPref val="0"/>
          <dgm:bulletEnabled val="1"/>
        </dgm:presLayoutVars>
      </dgm:prSet>
      <dgm:spPr/>
    </dgm:pt>
    <dgm:pt modelId="{D4D1E86B-7135-4BB8-B21D-F982CA2E9E0B}" type="pres">
      <dgm:prSet presAssocID="{FEC2CD18-D2F2-4D3D-9E73-8D3B33C2BC54}" presName="parSh" presStyleLbl="node1" presStyleIdx="0" presStyleCnt="3"/>
      <dgm:spPr/>
    </dgm:pt>
    <dgm:pt modelId="{54D162CC-95BE-4376-840A-D65342E50132}" type="pres">
      <dgm:prSet presAssocID="{FEC2CD18-D2F2-4D3D-9E73-8D3B33C2BC54}" presName="desTx" presStyleLbl="fgAcc1" presStyleIdx="0" presStyleCnt="3">
        <dgm:presLayoutVars>
          <dgm:bulletEnabled val="1"/>
        </dgm:presLayoutVars>
      </dgm:prSet>
      <dgm:spPr/>
    </dgm:pt>
    <dgm:pt modelId="{59A76E8E-5E5E-4241-9AAA-A2DBD3D92EF0}" type="pres">
      <dgm:prSet presAssocID="{6F73297A-0CE1-4286-96BF-FE04F09C8489}" presName="sibTrans" presStyleLbl="sibTrans2D1" presStyleIdx="0" presStyleCnt="2"/>
      <dgm:spPr/>
    </dgm:pt>
    <dgm:pt modelId="{12BE9CF9-FE37-4D9E-9DD6-D2D232198B46}" type="pres">
      <dgm:prSet presAssocID="{6F73297A-0CE1-4286-96BF-FE04F09C8489}" presName="connTx" presStyleLbl="sibTrans2D1" presStyleIdx="0" presStyleCnt="2"/>
      <dgm:spPr/>
    </dgm:pt>
    <dgm:pt modelId="{23605160-F412-467A-A47C-42648EDDD87A}" type="pres">
      <dgm:prSet presAssocID="{26913B64-C48F-442D-8D3B-5446D79A7873}" presName="composite" presStyleCnt="0"/>
      <dgm:spPr/>
    </dgm:pt>
    <dgm:pt modelId="{6324A7BA-02DE-4CDC-9BB4-0B6508E62B9E}" type="pres">
      <dgm:prSet presAssocID="{26913B64-C48F-442D-8D3B-5446D79A7873}" presName="parTx" presStyleLbl="node1" presStyleIdx="0" presStyleCnt="3">
        <dgm:presLayoutVars>
          <dgm:chMax val="0"/>
          <dgm:chPref val="0"/>
          <dgm:bulletEnabled val="1"/>
        </dgm:presLayoutVars>
      </dgm:prSet>
      <dgm:spPr/>
    </dgm:pt>
    <dgm:pt modelId="{4D1B04D7-7148-4856-B0F8-0F91135D899D}" type="pres">
      <dgm:prSet presAssocID="{26913B64-C48F-442D-8D3B-5446D79A7873}" presName="parSh" presStyleLbl="node1" presStyleIdx="1" presStyleCnt="3"/>
      <dgm:spPr/>
    </dgm:pt>
    <dgm:pt modelId="{9832BD83-9A1F-4F1A-BDBE-F534AFB56A1F}" type="pres">
      <dgm:prSet presAssocID="{26913B64-C48F-442D-8D3B-5446D79A7873}" presName="desTx" presStyleLbl="fgAcc1" presStyleIdx="1" presStyleCnt="3">
        <dgm:presLayoutVars>
          <dgm:bulletEnabled val="1"/>
        </dgm:presLayoutVars>
      </dgm:prSet>
      <dgm:spPr/>
    </dgm:pt>
    <dgm:pt modelId="{CEDC7A7E-7D93-410C-A4EC-F8480A6E5C27}" type="pres">
      <dgm:prSet presAssocID="{7EF8F75D-67C0-4FF3-9900-004C7B6066B5}" presName="sibTrans" presStyleLbl="sibTrans2D1" presStyleIdx="1" presStyleCnt="2"/>
      <dgm:spPr/>
    </dgm:pt>
    <dgm:pt modelId="{A7117D3F-055A-40FA-A57E-8F83A88DBB6F}" type="pres">
      <dgm:prSet presAssocID="{7EF8F75D-67C0-4FF3-9900-004C7B6066B5}" presName="connTx" presStyleLbl="sibTrans2D1" presStyleIdx="1" presStyleCnt="2"/>
      <dgm:spPr/>
    </dgm:pt>
    <dgm:pt modelId="{BB78C57C-BBB6-4065-A365-41FB74A318C7}" type="pres">
      <dgm:prSet presAssocID="{8DE54254-551D-4FF1-8807-8B641C9C60E7}" presName="composite" presStyleCnt="0"/>
      <dgm:spPr/>
    </dgm:pt>
    <dgm:pt modelId="{0E902B12-6343-4AD1-AD53-97E823E73170}" type="pres">
      <dgm:prSet presAssocID="{8DE54254-551D-4FF1-8807-8B641C9C60E7}" presName="parTx" presStyleLbl="node1" presStyleIdx="1" presStyleCnt="3">
        <dgm:presLayoutVars>
          <dgm:chMax val="0"/>
          <dgm:chPref val="0"/>
          <dgm:bulletEnabled val="1"/>
        </dgm:presLayoutVars>
      </dgm:prSet>
      <dgm:spPr/>
    </dgm:pt>
    <dgm:pt modelId="{351FDBA0-DD7E-443F-803E-210E40E88595}" type="pres">
      <dgm:prSet presAssocID="{8DE54254-551D-4FF1-8807-8B641C9C60E7}" presName="parSh" presStyleLbl="node1" presStyleIdx="2" presStyleCnt="3"/>
      <dgm:spPr/>
    </dgm:pt>
    <dgm:pt modelId="{964A1D52-1890-4313-B4F6-1803FD23EE1B}" type="pres">
      <dgm:prSet presAssocID="{8DE54254-551D-4FF1-8807-8B641C9C60E7}" presName="desTx" presStyleLbl="fgAcc1" presStyleIdx="2" presStyleCnt="3">
        <dgm:presLayoutVars>
          <dgm:bulletEnabled val="1"/>
        </dgm:presLayoutVars>
      </dgm:prSet>
      <dgm:spPr/>
    </dgm:pt>
  </dgm:ptLst>
  <dgm:cxnLst>
    <dgm:cxn modelId="{D3E3420B-D39A-4FBF-9FD6-BB5D8F3DBA2F}" srcId="{FEC2CD18-D2F2-4D3D-9E73-8D3B33C2BC54}" destId="{F2EE4615-06EF-491B-B361-9EE1C2D33081}" srcOrd="1" destOrd="0" parTransId="{FC17C52D-EBC3-4E88-9EFE-F815916C6EB9}" sibTransId="{FF4FA75C-74E0-4655-AA2B-57E4C17C33B0}"/>
    <dgm:cxn modelId="{92CCE512-DF93-4167-9DBE-A470AC0E791B}" type="presOf" srcId="{7EF8F75D-67C0-4FF3-9900-004C7B6066B5}" destId="{A7117D3F-055A-40FA-A57E-8F83A88DBB6F}" srcOrd="1" destOrd="0" presId="urn:microsoft.com/office/officeart/2005/8/layout/process3"/>
    <dgm:cxn modelId="{E1538118-F0E4-4004-83E3-83CD8E91DE47}" type="presOf" srcId="{7EF8F75D-67C0-4FF3-9900-004C7B6066B5}" destId="{CEDC7A7E-7D93-410C-A4EC-F8480A6E5C27}" srcOrd="0" destOrd="0" presId="urn:microsoft.com/office/officeart/2005/8/layout/process3"/>
    <dgm:cxn modelId="{BCF06F20-B825-4532-B644-B77AC18C563D}" srcId="{83A68D64-DE5F-41E1-9EBA-5A3BDD033EDF}" destId="{8DE54254-551D-4FF1-8807-8B641C9C60E7}" srcOrd="2" destOrd="0" parTransId="{A433E297-0496-439F-8522-AF7D18C374FB}" sibTransId="{5C3188D0-A31D-4BC6-BE55-C2BC98B31737}"/>
    <dgm:cxn modelId="{3435B330-AE80-4714-AA7B-173362CFEDEB}" type="presOf" srcId="{25282F0D-48FC-4633-BBC5-08E302A76D89}" destId="{964A1D52-1890-4313-B4F6-1803FD23EE1B}" srcOrd="0" destOrd="1" presId="urn:microsoft.com/office/officeart/2005/8/layout/process3"/>
    <dgm:cxn modelId="{76817C39-ECCD-45F5-9552-E8FADF354EAA}" type="presOf" srcId="{8DE54254-551D-4FF1-8807-8B641C9C60E7}" destId="{351FDBA0-DD7E-443F-803E-210E40E88595}" srcOrd="1" destOrd="0" presId="urn:microsoft.com/office/officeart/2005/8/layout/process3"/>
    <dgm:cxn modelId="{AF53725C-7C1B-4A44-9112-1D74768D0878}" srcId="{8DE54254-551D-4FF1-8807-8B641C9C60E7}" destId="{25282F0D-48FC-4633-BBC5-08E302A76D89}" srcOrd="1" destOrd="0" parTransId="{290B759E-B39B-4CAD-A1E6-38D8114C5395}" sibTransId="{7DD07E19-F458-47F1-B411-2DD6ADE5697F}"/>
    <dgm:cxn modelId="{99A80B5F-DE94-44D7-A5F6-3CFF681C8B12}" type="presOf" srcId="{6F73297A-0CE1-4286-96BF-FE04F09C8489}" destId="{59A76E8E-5E5E-4241-9AAA-A2DBD3D92EF0}" srcOrd="0" destOrd="0" presId="urn:microsoft.com/office/officeart/2005/8/layout/process3"/>
    <dgm:cxn modelId="{E1110171-A540-4EDC-8EB0-69DAAE52E72F}" type="presOf" srcId="{8DE54254-551D-4FF1-8807-8B641C9C60E7}" destId="{0E902B12-6343-4AD1-AD53-97E823E73170}" srcOrd="0" destOrd="0" presId="urn:microsoft.com/office/officeart/2005/8/layout/process3"/>
    <dgm:cxn modelId="{CBA9B354-7EBA-476E-9E7F-4C25D322326B}" srcId="{83A68D64-DE5F-41E1-9EBA-5A3BDD033EDF}" destId="{26913B64-C48F-442D-8D3B-5446D79A7873}" srcOrd="1" destOrd="0" parTransId="{D8985204-357E-4E87-8546-BA9AB41AFA4A}" sibTransId="{7EF8F75D-67C0-4FF3-9900-004C7B6066B5}"/>
    <dgm:cxn modelId="{91D05355-1D09-4489-9444-77DCF8A422C3}" type="presOf" srcId="{FEC2CD18-D2F2-4D3D-9E73-8D3B33C2BC54}" destId="{D353523B-0C50-4EBB-885D-B377063C53C9}" srcOrd="0" destOrd="0" presId="urn:microsoft.com/office/officeart/2005/8/layout/process3"/>
    <dgm:cxn modelId="{4756765A-E35E-4AEB-9537-0CF8B8680FE4}" type="presOf" srcId="{FEC2CD18-D2F2-4D3D-9E73-8D3B33C2BC54}" destId="{D4D1E86B-7135-4BB8-B21D-F982CA2E9E0B}" srcOrd="1" destOrd="0" presId="urn:microsoft.com/office/officeart/2005/8/layout/process3"/>
    <dgm:cxn modelId="{28077A5A-0F4B-4C16-8F32-0A7A1A5EDC9C}" type="presOf" srcId="{95EA53E4-6D66-45B7-8194-49D77AEFB45D}" destId="{9832BD83-9A1F-4F1A-BDBE-F534AFB56A1F}" srcOrd="0" destOrd="1" presId="urn:microsoft.com/office/officeart/2005/8/layout/process3"/>
    <dgm:cxn modelId="{88B85881-2014-4E71-B22E-00B5DEFAE032}" srcId="{83A68D64-DE5F-41E1-9EBA-5A3BDD033EDF}" destId="{FEC2CD18-D2F2-4D3D-9E73-8D3B33C2BC54}" srcOrd="0" destOrd="0" parTransId="{187A471F-34DD-4EA7-A994-61E562D2825E}" sibTransId="{6F73297A-0CE1-4286-96BF-FE04F09C8489}"/>
    <dgm:cxn modelId="{E0C06484-D5F6-47A6-8C42-56ABBEC40C47}" srcId="{26913B64-C48F-442D-8D3B-5446D79A7873}" destId="{95EA53E4-6D66-45B7-8194-49D77AEFB45D}" srcOrd="1" destOrd="0" parTransId="{CFB239A1-2094-474C-AC7D-22689C8DD877}" sibTransId="{5A6C632D-CF29-418D-B297-B2C17F270A9A}"/>
    <dgm:cxn modelId="{D3958986-F19C-489F-B0AA-0CDB08C02DC3}" type="presOf" srcId="{26913B64-C48F-442D-8D3B-5446D79A7873}" destId="{4D1B04D7-7148-4856-B0F8-0F91135D899D}" srcOrd="1" destOrd="0" presId="urn:microsoft.com/office/officeart/2005/8/layout/process3"/>
    <dgm:cxn modelId="{2F49C396-5CDF-4E6A-B706-D22E14E93184}" type="presOf" srcId="{E0AA2FEA-FD1A-46B6-9BC4-4B166C0F9D99}" destId="{964A1D52-1890-4313-B4F6-1803FD23EE1B}" srcOrd="0" destOrd="0" presId="urn:microsoft.com/office/officeart/2005/8/layout/process3"/>
    <dgm:cxn modelId="{72D7EF9B-3C5E-4007-BB01-2E8BCCE8802C}" type="presOf" srcId="{54E6C0D0-5A7D-410A-80E6-D6AF90D3E142}" destId="{9832BD83-9A1F-4F1A-BDBE-F534AFB56A1F}" srcOrd="0" destOrd="0" presId="urn:microsoft.com/office/officeart/2005/8/layout/process3"/>
    <dgm:cxn modelId="{D52F2EB0-D2D1-406D-875A-8EB792347992}" type="presOf" srcId="{6F73297A-0CE1-4286-96BF-FE04F09C8489}" destId="{12BE9CF9-FE37-4D9E-9DD6-D2D232198B46}" srcOrd="1" destOrd="0" presId="urn:microsoft.com/office/officeart/2005/8/layout/process3"/>
    <dgm:cxn modelId="{659439B1-9F13-4CB1-90E5-3FC622FDA8BA}" type="presOf" srcId="{80078458-9963-4ADA-AD50-20B4F7A0A238}" destId="{54D162CC-95BE-4376-840A-D65342E50132}" srcOrd="0" destOrd="0" presId="urn:microsoft.com/office/officeart/2005/8/layout/process3"/>
    <dgm:cxn modelId="{BC852FBB-DFA0-4467-998C-604B332431CA}" srcId="{26913B64-C48F-442D-8D3B-5446D79A7873}" destId="{1AC80997-7F3D-4115-B8F0-20D1C196AAF9}" srcOrd="2" destOrd="0" parTransId="{BB03C21A-6DA5-4AFF-90FB-C0F9AE9508FF}" sibTransId="{2FE728C1-615D-427D-89A0-6B750A6628FB}"/>
    <dgm:cxn modelId="{8051D2BB-0F36-4B12-A760-9EB9953784DD}" srcId="{FEC2CD18-D2F2-4D3D-9E73-8D3B33C2BC54}" destId="{80078458-9963-4ADA-AD50-20B4F7A0A238}" srcOrd="0" destOrd="0" parTransId="{7EECE360-3F4C-4C04-8870-88D8F926F1D0}" sibTransId="{DFE7DB39-7964-4F4F-BBC0-CA6C59464517}"/>
    <dgm:cxn modelId="{5D7CADBC-3E7E-405D-9BAB-1C2842F1D4B6}" type="presOf" srcId="{83A68D64-DE5F-41E1-9EBA-5A3BDD033EDF}" destId="{757FEF77-CB69-407B-8738-6806A2767E3F}" srcOrd="0" destOrd="0" presId="urn:microsoft.com/office/officeart/2005/8/layout/process3"/>
    <dgm:cxn modelId="{E8DE28D8-767B-42AD-B4D1-8E3ABD5696F6}" srcId="{8DE54254-551D-4FF1-8807-8B641C9C60E7}" destId="{E0AA2FEA-FD1A-46B6-9BC4-4B166C0F9D99}" srcOrd="0" destOrd="0" parTransId="{6C434031-14D8-43D5-ACED-B6114D777C5F}" sibTransId="{2ECC43D3-7614-4454-923F-E1F94FF5441F}"/>
    <dgm:cxn modelId="{B7731CDE-CBFF-4444-A809-EC73D8DB3CB2}" type="presOf" srcId="{1AC80997-7F3D-4115-B8F0-20D1C196AAF9}" destId="{9832BD83-9A1F-4F1A-BDBE-F534AFB56A1F}" srcOrd="0" destOrd="2" presId="urn:microsoft.com/office/officeart/2005/8/layout/process3"/>
    <dgm:cxn modelId="{BCFFBFEA-EBBF-472E-89D5-D7EB9C98FEC2}" type="presOf" srcId="{26913B64-C48F-442D-8D3B-5446D79A7873}" destId="{6324A7BA-02DE-4CDC-9BB4-0B6508E62B9E}" srcOrd="0" destOrd="0" presId="urn:microsoft.com/office/officeart/2005/8/layout/process3"/>
    <dgm:cxn modelId="{F14F05F5-5115-4B01-B1C4-CF98DC14A28E}" type="presOf" srcId="{F2EE4615-06EF-491B-B361-9EE1C2D33081}" destId="{54D162CC-95BE-4376-840A-D65342E50132}" srcOrd="0" destOrd="1" presId="urn:microsoft.com/office/officeart/2005/8/layout/process3"/>
    <dgm:cxn modelId="{026993FF-1385-48E6-B405-1663FB6390CA}" srcId="{26913B64-C48F-442D-8D3B-5446D79A7873}" destId="{54E6C0D0-5A7D-410A-80E6-D6AF90D3E142}" srcOrd="0" destOrd="0" parTransId="{6ACF881E-1EE5-40FE-83E3-E7FDDF0C88B9}" sibTransId="{C197CA64-E08C-4D87-A2A4-6CDE6AABA1FA}"/>
    <dgm:cxn modelId="{BCA57351-D843-43C0-B5AB-7DA622AC81F5}" type="presParOf" srcId="{757FEF77-CB69-407B-8738-6806A2767E3F}" destId="{9ED2C0C8-EE7D-4169-A837-935A6E19E7B5}" srcOrd="0" destOrd="0" presId="urn:microsoft.com/office/officeart/2005/8/layout/process3"/>
    <dgm:cxn modelId="{D02502E2-9E4F-4E21-92F4-B8C86D33CC59}" type="presParOf" srcId="{9ED2C0C8-EE7D-4169-A837-935A6E19E7B5}" destId="{D353523B-0C50-4EBB-885D-B377063C53C9}" srcOrd="0" destOrd="0" presId="urn:microsoft.com/office/officeart/2005/8/layout/process3"/>
    <dgm:cxn modelId="{1BC84247-BDD7-4327-82B5-F1846C2FD9AB}" type="presParOf" srcId="{9ED2C0C8-EE7D-4169-A837-935A6E19E7B5}" destId="{D4D1E86B-7135-4BB8-B21D-F982CA2E9E0B}" srcOrd="1" destOrd="0" presId="urn:microsoft.com/office/officeart/2005/8/layout/process3"/>
    <dgm:cxn modelId="{2E54A5DE-1010-48D7-93FA-728C39DB1112}" type="presParOf" srcId="{9ED2C0C8-EE7D-4169-A837-935A6E19E7B5}" destId="{54D162CC-95BE-4376-840A-D65342E50132}" srcOrd="2" destOrd="0" presId="urn:microsoft.com/office/officeart/2005/8/layout/process3"/>
    <dgm:cxn modelId="{E9E807EB-6D40-4779-B65C-0F6F9F787CE8}" type="presParOf" srcId="{757FEF77-CB69-407B-8738-6806A2767E3F}" destId="{59A76E8E-5E5E-4241-9AAA-A2DBD3D92EF0}" srcOrd="1" destOrd="0" presId="urn:microsoft.com/office/officeart/2005/8/layout/process3"/>
    <dgm:cxn modelId="{F6CDEF54-7CFC-45E4-A7D2-A8C13AB420E0}" type="presParOf" srcId="{59A76E8E-5E5E-4241-9AAA-A2DBD3D92EF0}" destId="{12BE9CF9-FE37-4D9E-9DD6-D2D232198B46}" srcOrd="0" destOrd="0" presId="urn:microsoft.com/office/officeart/2005/8/layout/process3"/>
    <dgm:cxn modelId="{DF39C8DF-D0C4-47E5-9B85-1E46483EE155}" type="presParOf" srcId="{757FEF77-CB69-407B-8738-6806A2767E3F}" destId="{23605160-F412-467A-A47C-42648EDDD87A}" srcOrd="2" destOrd="0" presId="urn:microsoft.com/office/officeart/2005/8/layout/process3"/>
    <dgm:cxn modelId="{91EEF31C-B36D-4D37-8543-7B684566EDCD}" type="presParOf" srcId="{23605160-F412-467A-A47C-42648EDDD87A}" destId="{6324A7BA-02DE-4CDC-9BB4-0B6508E62B9E}" srcOrd="0" destOrd="0" presId="urn:microsoft.com/office/officeart/2005/8/layout/process3"/>
    <dgm:cxn modelId="{5AA85835-47D9-43F9-95F6-6ADAA7AF3B41}" type="presParOf" srcId="{23605160-F412-467A-A47C-42648EDDD87A}" destId="{4D1B04D7-7148-4856-B0F8-0F91135D899D}" srcOrd="1" destOrd="0" presId="urn:microsoft.com/office/officeart/2005/8/layout/process3"/>
    <dgm:cxn modelId="{5F7C6E14-9B0E-492A-8F51-96F99CDD2750}" type="presParOf" srcId="{23605160-F412-467A-A47C-42648EDDD87A}" destId="{9832BD83-9A1F-4F1A-BDBE-F534AFB56A1F}" srcOrd="2" destOrd="0" presId="urn:microsoft.com/office/officeart/2005/8/layout/process3"/>
    <dgm:cxn modelId="{C51A79E4-4D2E-4B36-9615-F2110C36CE2C}" type="presParOf" srcId="{757FEF77-CB69-407B-8738-6806A2767E3F}" destId="{CEDC7A7E-7D93-410C-A4EC-F8480A6E5C27}" srcOrd="3" destOrd="0" presId="urn:microsoft.com/office/officeart/2005/8/layout/process3"/>
    <dgm:cxn modelId="{0AAD30F0-94CB-4B33-87FD-6DA1DDEEED20}" type="presParOf" srcId="{CEDC7A7E-7D93-410C-A4EC-F8480A6E5C27}" destId="{A7117D3F-055A-40FA-A57E-8F83A88DBB6F}" srcOrd="0" destOrd="0" presId="urn:microsoft.com/office/officeart/2005/8/layout/process3"/>
    <dgm:cxn modelId="{1DAA6C5F-D8CC-4029-9988-91F64D05C472}" type="presParOf" srcId="{757FEF77-CB69-407B-8738-6806A2767E3F}" destId="{BB78C57C-BBB6-4065-A365-41FB74A318C7}" srcOrd="4" destOrd="0" presId="urn:microsoft.com/office/officeart/2005/8/layout/process3"/>
    <dgm:cxn modelId="{713AED22-AD56-4405-AEA2-E333323BE198}" type="presParOf" srcId="{BB78C57C-BBB6-4065-A365-41FB74A318C7}" destId="{0E902B12-6343-4AD1-AD53-97E823E73170}" srcOrd="0" destOrd="0" presId="urn:microsoft.com/office/officeart/2005/8/layout/process3"/>
    <dgm:cxn modelId="{3111E740-ECC0-4431-97FA-D3121CED4A36}" type="presParOf" srcId="{BB78C57C-BBB6-4065-A365-41FB74A318C7}" destId="{351FDBA0-DD7E-443F-803E-210E40E88595}" srcOrd="1" destOrd="0" presId="urn:microsoft.com/office/officeart/2005/8/layout/process3"/>
    <dgm:cxn modelId="{791D329F-84A5-4ADC-A3FF-DA373D43D41B}" type="presParOf" srcId="{BB78C57C-BBB6-4065-A365-41FB74A318C7}" destId="{964A1D52-1890-4313-B4F6-1803FD23EE1B}"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1E86B-7135-4BB8-B21D-F982CA2E9E0B}">
      <dsp:nvSpPr>
        <dsp:cNvPr id="0" name=""/>
        <dsp:cNvSpPr/>
      </dsp:nvSpPr>
      <dsp:spPr>
        <a:xfrm>
          <a:off x="3031" y="890574"/>
          <a:ext cx="1378565" cy="51839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t>First Week</a:t>
          </a:r>
          <a:endParaRPr lang="bg-BG" sz="1200" kern="1200" dirty="0"/>
        </a:p>
      </dsp:txBody>
      <dsp:txXfrm>
        <a:off x="3031" y="890574"/>
        <a:ext cx="1378565" cy="345600"/>
      </dsp:txXfrm>
    </dsp:sp>
    <dsp:sp modelId="{54D162CC-95BE-4376-840A-D65342E50132}">
      <dsp:nvSpPr>
        <dsp:cNvPr id="0" name=""/>
        <dsp:cNvSpPr/>
      </dsp:nvSpPr>
      <dsp:spPr>
        <a:xfrm>
          <a:off x="285388" y="1236174"/>
          <a:ext cx="1378565" cy="1937250"/>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Creating the Working Environment.</a:t>
          </a:r>
          <a:endParaRPr lang="bg-BG" sz="1200" kern="1200" dirty="0">
            <a:solidFill>
              <a:schemeClr val="bg1">
                <a:lumMod val="75000"/>
                <a:lumOff val="25000"/>
              </a:schemeClr>
            </a:solidFill>
          </a:endParaRPr>
        </a:p>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The main idea</a:t>
          </a:r>
          <a:endParaRPr lang="bg-BG" sz="1200" kern="1200" dirty="0">
            <a:solidFill>
              <a:schemeClr val="bg1">
                <a:lumMod val="75000"/>
                <a:lumOff val="25000"/>
              </a:schemeClr>
            </a:solidFill>
          </a:endParaRPr>
        </a:p>
      </dsp:txBody>
      <dsp:txXfrm>
        <a:off x="325765" y="1276551"/>
        <a:ext cx="1297811" cy="1856496"/>
      </dsp:txXfrm>
    </dsp:sp>
    <dsp:sp modelId="{59A76E8E-5E5E-4241-9AAA-A2DBD3D92EF0}">
      <dsp:nvSpPr>
        <dsp:cNvPr id="0" name=""/>
        <dsp:cNvSpPr/>
      </dsp:nvSpPr>
      <dsp:spPr>
        <a:xfrm>
          <a:off x="1590582" y="891763"/>
          <a:ext cx="443049" cy="34322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bg-BG" sz="1000" kern="1200"/>
        </a:p>
      </dsp:txBody>
      <dsp:txXfrm>
        <a:off x="1590582" y="960407"/>
        <a:ext cx="340082" cy="205934"/>
      </dsp:txXfrm>
    </dsp:sp>
    <dsp:sp modelId="{4D1B04D7-7148-4856-B0F8-0F91135D899D}">
      <dsp:nvSpPr>
        <dsp:cNvPr id="0" name=""/>
        <dsp:cNvSpPr/>
      </dsp:nvSpPr>
      <dsp:spPr>
        <a:xfrm>
          <a:off x="2217539" y="890574"/>
          <a:ext cx="1378565" cy="51839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t>Second Week</a:t>
          </a:r>
          <a:endParaRPr lang="bg-BG" sz="1200" kern="1200" dirty="0"/>
        </a:p>
      </dsp:txBody>
      <dsp:txXfrm>
        <a:off x="2217539" y="890574"/>
        <a:ext cx="1378565" cy="345600"/>
      </dsp:txXfrm>
    </dsp:sp>
    <dsp:sp modelId="{9832BD83-9A1F-4F1A-BDBE-F534AFB56A1F}">
      <dsp:nvSpPr>
        <dsp:cNvPr id="0" name=""/>
        <dsp:cNvSpPr/>
      </dsp:nvSpPr>
      <dsp:spPr>
        <a:xfrm>
          <a:off x="2499895" y="1236174"/>
          <a:ext cx="1378565" cy="1937250"/>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Create the Main Menu and Login/Register</a:t>
          </a:r>
          <a:endParaRPr lang="bg-BG" sz="1200" kern="1200" dirty="0">
            <a:solidFill>
              <a:schemeClr val="bg1">
                <a:lumMod val="75000"/>
                <a:lumOff val="25000"/>
              </a:schemeClr>
            </a:solidFill>
          </a:endParaRPr>
        </a:p>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Make the User Interface of the app</a:t>
          </a:r>
          <a:endParaRPr lang="bg-BG" sz="1200" kern="1200" dirty="0">
            <a:solidFill>
              <a:schemeClr val="bg1">
                <a:lumMod val="75000"/>
                <a:lumOff val="25000"/>
              </a:schemeClr>
            </a:solidFill>
          </a:endParaRPr>
        </a:p>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Create the menus of the app</a:t>
          </a:r>
          <a:endParaRPr lang="bg-BG" sz="1200" kern="1200" dirty="0">
            <a:solidFill>
              <a:schemeClr val="bg1">
                <a:lumMod val="75000"/>
                <a:lumOff val="25000"/>
              </a:schemeClr>
            </a:solidFill>
          </a:endParaRPr>
        </a:p>
      </dsp:txBody>
      <dsp:txXfrm>
        <a:off x="2540272" y="1276551"/>
        <a:ext cx="1297811" cy="1856496"/>
      </dsp:txXfrm>
    </dsp:sp>
    <dsp:sp modelId="{CEDC7A7E-7D93-410C-A4EC-F8480A6E5C27}">
      <dsp:nvSpPr>
        <dsp:cNvPr id="0" name=""/>
        <dsp:cNvSpPr/>
      </dsp:nvSpPr>
      <dsp:spPr>
        <a:xfrm>
          <a:off x="3805089" y="891763"/>
          <a:ext cx="443049" cy="34322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bg-BG" sz="1000" kern="1200"/>
        </a:p>
      </dsp:txBody>
      <dsp:txXfrm>
        <a:off x="3805089" y="960407"/>
        <a:ext cx="340082" cy="205934"/>
      </dsp:txXfrm>
    </dsp:sp>
    <dsp:sp modelId="{351FDBA0-DD7E-443F-803E-210E40E88595}">
      <dsp:nvSpPr>
        <dsp:cNvPr id="0" name=""/>
        <dsp:cNvSpPr/>
      </dsp:nvSpPr>
      <dsp:spPr>
        <a:xfrm>
          <a:off x="4432046" y="890574"/>
          <a:ext cx="1378565" cy="51839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t>Third Week</a:t>
          </a:r>
          <a:endParaRPr lang="bg-BG" sz="1200" kern="1200" dirty="0"/>
        </a:p>
      </dsp:txBody>
      <dsp:txXfrm>
        <a:off x="4432046" y="890574"/>
        <a:ext cx="1378565" cy="345600"/>
      </dsp:txXfrm>
    </dsp:sp>
    <dsp:sp modelId="{964A1D52-1890-4313-B4F6-1803FD23EE1B}">
      <dsp:nvSpPr>
        <dsp:cNvPr id="0" name=""/>
        <dsp:cNvSpPr/>
      </dsp:nvSpPr>
      <dsp:spPr>
        <a:xfrm>
          <a:off x="4714402" y="1236174"/>
          <a:ext cx="1378565" cy="1937250"/>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Make final changes to the app</a:t>
          </a:r>
          <a:endParaRPr lang="bg-BG" sz="1200" kern="1200" dirty="0">
            <a:solidFill>
              <a:schemeClr val="bg1">
                <a:lumMod val="75000"/>
                <a:lumOff val="25000"/>
              </a:schemeClr>
            </a:solidFill>
          </a:endParaRPr>
        </a:p>
        <a:p>
          <a:pPr marL="114300" lvl="1" indent="-114300" algn="l" defTabSz="533400">
            <a:lnSpc>
              <a:spcPct val="90000"/>
            </a:lnSpc>
            <a:spcBef>
              <a:spcPct val="0"/>
            </a:spcBef>
            <a:spcAft>
              <a:spcPct val="15000"/>
            </a:spcAft>
            <a:buChar char="•"/>
          </a:pPr>
          <a:r>
            <a:rPr lang="en-US" sz="1200" kern="1200" dirty="0">
              <a:solidFill>
                <a:schemeClr val="bg1">
                  <a:lumMod val="75000"/>
                  <a:lumOff val="25000"/>
                </a:schemeClr>
              </a:solidFill>
            </a:rPr>
            <a:t>Creating the presentation and the documentation </a:t>
          </a:r>
          <a:endParaRPr lang="bg-BG" sz="1200" kern="1200" dirty="0">
            <a:solidFill>
              <a:schemeClr val="bg1">
                <a:lumMod val="75000"/>
                <a:lumOff val="25000"/>
              </a:schemeClr>
            </a:solidFill>
          </a:endParaRPr>
        </a:p>
      </dsp:txBody>
      <dsp:txXfrm>
        <a:off x="4754779" y="1276551"/>
        <a:ext cx="1297811" cy="18564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1" name="Google Shape;127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1734a882cf6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0" name="Google Shape;1420;g1734a882cf6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a:extLst>
            <a:ext uri="{FF2B5EF4-FFF2-40B4-BE49-F238E27FC236}">
              <a16:creationId xmlns:a16="http://schemas.microsoft.com/office/drawing/2014/main" id="{352650D2-53B4-1B32-3F23-CEC5BBF152C3}"/>
            </a:ext>
          </a:extLst>
        </p:cNvPr>
        <p:cNvGrpSpPr/>
        <p:nvPr/>
      </p:nvGrpSpPr>
      <p:grpSpPr>
        <a:xfrm>
          <a:off x="0" y="0"/>
          <a:ext cx="0" cy="0"/>
          <a:chOff x="0" y="0"/>
          <a:chExt cx="0" cy="0"/>
        </a:xfrm>
      </p:grpSpPr>
      <p:sp>
        <p:nvSpPr>
          <p:cNvPr id="1380" name="Google Shape;1380;g54dda1946d_6_308:notes">
            <a:extLst>
              <a:ext uri="{FF2B5EF4-FFF2-40B4-BE49-F238E27FC236}">
                <a16:creationId xmlns:a16="http://schemas.microsoft.com/office/drawing/2014/main" id="{BCD556CE-A24E-3AC8-B031-3EF8B2B572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54dda1946d_6_308:notes">
            <a:extLst>
              <a:ext uri="{FF2B5EF4-FFF2-40B4-BE49-F238E27FC236}">
                <a16:creationId xmlns:a16="http://schemas.microsoft.com/office/drawing/2014/main" id="{83B31FD6-BEC1-2116-2336-DCB9E5C223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3969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g1734a882cf6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1" name="Google Shape;1441;g1734a882cf6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a:extLst>
            <a:ext uri="{FF2B5EF4-FFF2-40B4-BE49-F238E27FC236}">
              <a16:creationId xmlns:a16="http://schemas.microsoft.com/office/drawing/2014/main" id="{B9D55435-6F40-9825-637A-7D764CA00F42}"/>
            </a:ext>
          </a:extLst>
        </p:cNvPr>
        <p:cNvGrpSpPr/>
        <p:nvPr/>
      </p:nvGrpSpPr>
      <p:grpSpPr>
        <a:xfrm>
          <a:off x="0" y="0"/>
          <a:ext cx="0" cy="0"/>
          <a:chOff x="0" y="0"/>
          <a:chExt cx="0" cy="0"/>
        </a:xfrm>
      </p:grpSpPr>
      <p:sp>
        <p:nvSpPr>
          <p:cNvPr id="1380" name="Google Shape;1380;g54dda1946d_6_308:notes">
            <a:extLst>
              <a:ext uri="{FF2B5EF4-FFF2-40B4-BE49-F238E27FC236}">
                <a16:creationId xmlns:a16="http://schemas.microsoft.com/office/drawing/2014/main" id="{2CAD1EF2-45C3-88D9-6799-A59B83F93E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54dda1946d_6_308:notes">
            <a:extLst>
              <a:ext uri="{FF2B5EF4-FFF2-40B4-BE49-F238E27FC236}">
                <a16:creationId xmlns:a16="http://schemas.microsoft.com/office/drawing/2014/main" id="{3960038E-4D80-24BB-8791-DBBE021AFC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9420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g1734a882cf6_0_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9" name="Google Shape;2059;g1734a882cf6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a:extLst>
            <a:ext uri="{FF2B5EF4-FFF2-40B4-BE49-F238E27FC236}">
              <a16:creationId xmlns:a16="http://schemas.microsoft.com/office/drawing/2014/main" id="{43CCC2F5-6E1F-C475-0116-C077BB72534A}"/>
            </a:ext>
          </a:extLst>
        </p:cNvPr>
        <p:cNvGrpSpPr/>
        <p:nvPr/>
      </p:nvGrpSpPr>
      <p:grpSpPr>
        <a:xfrm>
          <a:off x="0" y="0"/>
          <a:ext cx="0" cy="0"/>
          <a:chOff x="0" y="0"/>
          <a:chExt cx="0" cy="0"/>
        </a:xfrm>
      </p:grpSpPr>
      <p:sp>
        <p:nvSpPr>
          <p:cNvPr id="1380" name="Google Shape;1380;g54dda1946d_6_308:notes">
            <a:extLst>
              <a:ext uri="{FF2B5EF4-FFF2-40B4-BE49-F238E27FC236}">
                <a16:creationId xmlns:a16="http://schemas.microsoft.com/office/drawing/2014/main" id="{92191759-A0D8-57EE-A2FC-633528B556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54dda1946d_6_308:notes">
            <a:extLst>
              <a:ext uri="{FF2B5EF4-FFF2-40B4-BE49-F238E27FC236}">
                <a16:creationId xmlns:a16="http://schemas.microsoft.com/office/drawing/2014/main" id="{ED68A682-14BE-12B8-1E2B-DCA44C59A4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3742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734a882cf6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734a882cf6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g1734a882cf6_0_1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1734a882cf6_0_1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256688"/>
            <a:ext cx="7033800" cy="2193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1113"/>
            <a:ext cx="45288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4780389" y="2513201"/>
            <a:ext cx="5036265" cy="4113315"/>
            <a:chOff x="4780389" y="2513201"/>
            <a:chExt cx="5036265" cy="4113315"/>
          </a:xfrm>
        </p:grpSpPr>
        <p:grpSp>
          <p:nvGrpSpPr>
            <p:cNvPr id="12" name="Google Shape;12;p2"/>
            <p:cNvGrpSpPr/>
            <p:nvPr/>
          </p:nvGrpSpPr>
          <p:grpSpPr>
            <a:xfrm>
              <a:off x="4780389" y="2513201"/>
              <a:ext cx="5036265" cy="4113315"/>
              <a:chOff x="4673664" y="2214101"/>
              <a:chExt cx="5036265" cy="4113315"/>
            </a:xfrm>
          </p:grpSpPr>
          <p:sp>
            <p:nvSpPr>
              <p:cNvPr id="13" name="Google Shape;13;p2"/>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4673664" y="2214101"/>
                <a:ext cx="5036265" cy="4113315"/>
                <a:chOff x="4673664" y="2214101"/>
                <a:chExt cx="5036265" cy="4113315"/>
              </a:xfrm>
            </p:grpSpPr>
            <p:grpSp>
              <p:nvGrpSpPr>
                <p:cNvPr id="15" name="Google Shape;15;p2"/>
                <p:cNvGrpSpPr/>
                <p:nvPr/>
              </p:nvGrpSpPr>
              <p:grpSpPr>
                <a:xfrm>
                  <a:off x="4673664" y="2214101"/>
                  <a:ext cx="5036265" cy="4113315"/>
                  <a:chOff x="3825164" y="427026"/>
                  <a:chExt cx="5036265" cy="4113315"/>
                </a:xfrm>
              </p:grpSpPr>
              <p:sp>
                <p:nvSpPr>
                  <p:cNvPr id="16" name="Google Shape;16;p2"/>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2"/>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 name="Google Shape;52;p2"/>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2"/>
          <p:cNvGrpSpPr/>
          <p:nvPr/>
        </p:nvGrpSpPr>
        <p:grpSpPr>
          <a:xfrm>
            <a:off x="-3382536" y="-1517162"/>
            <a:ext cx="5036265" cy="4113315"/>
            <a:chOff x="4780389" y="2513201"/>
            <a:chExt cx="5036265" cy="4113315"/>
          </a:xfrm>
        </p:grpSpPr>
        <p:grpSp>
          <p:nvGrpSpPr>
            <p:cNvPr id="56" name="Google Shape;56;p2"/>
            <p:cNvGrpSpPr/>
            <p:nvPr/>
          </p:nvGrpSpPr>
          <p:grpSpPr>
            <a:xfrm>
              <a:off x="4780389" y="2513201"/>
              <a:ext cx="5036265" cy="4113315"/>
              <a:chOff x="4673664" y="2214101"/>
              <a:chExt cx="5036265" cy="4113315"/>
            </a:xfrm>
          </p:grpSpPr>
          <p:sp>
            <p:nvSpPr>
              <p:cNvPr id="57" name="Google Shape;57;p2"/>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 name="Google Shape;58;p2"/>
              <p:cNvGrpSpPr/>
              <p:nvPr/>
            </p:nvGrpSpPr>
            <p:grpSpPr>
              <a:xfrm>
                <a:off x="4673664" y="2214101"/>
                <a:ext cx="5036265" cy="4113315"/>
                <a:chOff x="4673664" y="2214101"/>
                <a:chExt cx="5036265" cy="4113315"/>
              </a:xfrm>
            </p:grpSpPr>
            <p:grpSp>
              <p:nvGrpSpPr>
                <p:cNvPr id="59" name="Google Shape;59;p2"/>
                <p:cNvGrpSpPr/>
                <p:nvPr/>
              </p:nvGrpSpPr>
              <p:grpSpPr>
                <a:xfrm>
                  <a:off x="4673664" y="2214101"/>
                  <a:ext cx="5036265" cy="4113315"/>
                  <a:chOff x="3825164" y="427026"/>
                  <a:chExt cx="5036265" cy="4113315"/>
                </a:xfrm>
              </p:grpSpPr>
              <p:sp>
                <p:nvSpPr>
                  <p:cNvPr id="60" name="Google Shape;60;p2"/>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 name="Google Shape;96;p2"/>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720000" y="2384238"/>
            <a:ext cx="73518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1" name="Google Shape;101;p3"/>
          <p:cNvSpPr txBox="1">
            <a:spLocks noGrp="1"/>
          </p:cNvSpPr>
          <p:nvPr>
            <p:ph type="title" idx="2" hasCustomPrompt="1"/>
          </p:nvPr>
        </p:nvSpPr>
        <p:spPr>
          <a:xfrm>
            <a:off x="720000" y="1496250"/>
            <a:ext cx="1381800" cy="8418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72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02" name="Google Shape;102;p3"/>
          <p:cNvSpPr txBox="1">
            <a:spLocks noGrp="1"/>
          </p:cNvSpPr>
          <p:nvPr>
            <p:ph type="subTitle" idx="1"/>
          </p:nvPr>
        </p:nvSpPr>
        <p:spPr>
          <a:xfrm>
            <a:off x="720000" y="3272250"/>
            <a:ext cx="50676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03" name="Google Shape;103;p3"/>
          <p:cNvGrpSpPr/>
          <p:nvPr/>
        </p:nvGrpSpPr>
        <p:grpSpPr>
          <a:xfrm>
            <a:off x="5175689" y="2774776"/>
            <a:ext cx="5036265" cy="4113315"/>
            <a:chOff x="4780389" y="2513201"/>
            <a:chExt cx="5036265" cy="4113315"/>
          </a:xfrm>
        </p:grpSpPr>
        <p:grpSp>
          <p:nvGrpSpPr>
            <p:cNvPr id="104" name="Google Shape;104;p3"/>
            <p:cNvGrpSpPr/>
            <p:nvPr/>
          </p:nvGrpSpPr>
          <p:grpSpPr>
            <a:xfrm>
              <a:off x="4780389" y="2513201"/>
              <a:ext cx="5036265" cy="4113315"/>
              <a:chOff x="4673664" y="2214101"/>
              <a:chExt cx="5036265" cy="4113315"/>
            </a:xfrm>
          </p:grpSpPr>
          <p:sp>
            <p:nvSpPr>
              <p:cNvPr id="105" name="Google Shape;105;p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 name="Google Shape;106;p3"/>
              <p:cNvGrpSpPr/>
              <p:nvPr/>
            </p:nvGrpSpPr>
            <p:grpSpPr>
              <a:xfrm>
                <a:off x="4673664" y="2214101"/>
                <a:ext cx="5036265" cy="4113315"/>
                <a:chOff x="4673664" y="2214101"/>
                <a:chExt cx="5036265" cy="4113315"/>
              </a:xfrm>
            </p:grpSpPr>
            <p:grpSp>
              <p:nvGrpSpPr>
                <p:cNvPr id="107" name="Google Shape;107;p3"/>
                <p:cNvGrpSpPr/>
                <p:nvPr/>
              </p:nvGrpSpPr>
              <p:grpSpPr>
                <a:xfrm>
                  <a:off x="4673664" y="2214101"/>
                  <a:ext cx="5036265" cy="4113315"/>
                  <a:chOff x="3825164" y="427026"/>
                  <a:chExt cx="5036265" cy="4113315"/>
                </a:xfrm>
              </p:grpSpPr>
              <p:sp>
                <p:nvSpPr>
                  <p:cNvPr id="108" name="Google Shape;108;p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4" name="Google Shape;144;p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 name="Google Shape;147;p3"/>
          <p:cNvGrpSpPr/>
          <p:nvPr/>
        </p:nvGrpSpPr>
        <p:grpSpPr>
          <a:xfrm>
            <a:off x="2951589" y="-2707787"/>
            <a:ext cx="5036265" cy="4113315"/>
            <a:chOff x="4780389" y="2513201"/>
            <a:chExt cx="5036265" cy="4113315"/>
          </a:xfrm>
        </p:grpSpPr>
        <p:grpSp>
          <p:nvGrpSpPr>
            <p:cNvPr id="148" name="Google Shape;148;p3"/>
            <p:cNvGrpSpPr/>
            <p:nvPr/>
          </p:nvGrpSpPr>
          <p:grpSpPr>
            <a:xfrm>
              <a:off x="4780389" y="2513201"/>
              <a:ext cx="5036265" cy="4113315"/>
              <a:chOff x="4673664" y="2214101"/>
              <a:chExt cx="5036265" cy="4113315"/>
            </a:xfrm>
          </p:grpSpPr>
          <p:sp>
            <p:nvSpPr>
              <p:cNvPr id="149" name="Google Shape;149;p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 name="Google Shape;150;p3"/>
              <p:cNvGrpSpPr/>
              <p:nvPr/>
            </p:nvGrpSpPr>
            <p:grpSpPr>
              <a:xfrm>
                <a:off x="4673664" y="2214101"/>
                <a:ext cx="5036265" cy="4113315"/>
                <a:chOff x="4673664" y="2214101"/>
                <a:chExt cx="5036265" cy="4113315"/>
              </a:xfrm>
            </p:grpSpPr>
            <p:grpSp>
              <p:nvGrpSpPr>
                <p:cNvPr id="151" name="Google Shape;151;p3"/>
                <p:cNvGrpSpPr/>
                <p:nvPr/>
              </p:nvGrpSpPr>
              <p:grpSpPr>
                <a:xfrm>
                  <a:off x="4673664" y="2214101"/>
                  <a:ext cx="5036265" cy="4113315"/>
                  <a:chOff x="3825164" y="427026"/>
                  <a:chExt cx="5036265" cy="4113315"/>
                </a:xfrm>
              </p:grpSpPr>
              <p:sp>
                <p:nvSpPr>
                  <p:cNvPr id="152" name="Google Shape;152;p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 name="Google Shape;180;p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8" name="Google Shape;188;p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3"/>
        <p:cNvGrpSpPr/>
        <p:nvPr/>
      </p:nvGrpSpPr>
      <p:grpSpPr>
        <a:xfrm>
          <a:off x="0" y="0"/>
          <a:ext cx="0" cy="0"/>
          <a:chOff x="0" y="0"/>
          <a:chExt cx="0" cy="0"/>
        </a:xfrm>
      </p:grpSpPr>
      <p:sp>
        <p:nvSpPr>
          <p:cNvPr id="204" name="Google Shape;204;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05" name="Google Shape;205;p5"/>
          <p:cNvSpPr txBox="1">
            <a:spLocks noGrp="1"/>
          </p:cNvSpPr>
          <p:nvPr>
            <p:ph type="subTitle" idx="1"/>
          </p:nvPr>
        </p:nvSpPr>
        <p:spPr>
          <a:xfrm>
            <a:off x="5055188" y="3185018"/>
            <a:ext cx="2505600" cy="111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06" name="Google Shape;206;p5"/>
          <p:cNvSpPr txBox="1">
            <a:spLocks noGrp="1"/>
          </p:cNvSpPr>
          <p:nvPr>
            <p:ph type="subTitle" idx="2"/>
          </p:nvPr>
        </p:nvSpPr>
        <p:spPr>
          <a:xfrm>
            <a:off x="1583213" y="3184997"/>
            <a:ext cx="2505600" cy="111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07" name="Google Shape;207;p5"/>
          <p:cNvSpPr txBox="1">
            <a:spLocks noGrp="1"/>
          </p:cNvSpPr>
          <p:nvPr>
            <p:ph type="subTitle" idx="3"/>
          </p:nvPr>
        </p:nvSpPr>
        <p:spPr>
          <a:xfrm>
            <a:off x="5055188" y="2727841"/>
            <a:ext cx="2505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08" name="Google Shape;208;p5"/>
          <p:cNvSpPr txBox="1">
            <a:spLocks noGrp="1"/>
          </p:cNvSpPr>
          <p:nvPr>
            <p:ph type="subTitle" idx="4"/>
          </p:nvPr>
        </p:nvSpPr>
        <p:spPr>
          <a:xfrm>
            <a:off x="1583213" y="2727841"/>
            <a:ext cx="2505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09" name="Google Shape;209;p5"/>
          <p:cNvGrpSpPr/>
          <p:nvPr/>
        </p:nvGrpSpPr>
        <p:grpSpPr>
          <a:xfrm>
            <a:off x="7421542" y="-507956"/>
            <a:ext cx="2532725" cy="1881750"/>
            <a:chOff x="7221517" y="-507956"/>
            <a:chExt cx="2532725" cy="1881750"/>
          </a:xfrm>
        </p:grpSpPr>
        <p:sp>
          <p:nvSpPr>
            <p:cNvPr id="210" name="Google Shape;210;p5"/>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884258" y="4092619"/>
            <a:ext cx="2532725" cy="1881750"/>
            <a:chOff x="7221517" y="-507956"/>
            <a:chExt cx="2532725" cy="1881750"/>
          </a:xfrm>
        </p:grpSpPr>
        <p:sp>
          <p:nvSpPr>
            <p:cNvPr id="221" name="Google Shape;221;p5"/>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4"/>
        <p:cNvGrpSpPr/>
        <p:nvPr/>
      </p:nvGrpSpPr>
      <p:grpSpPr>
        <a:xfrm>
          <a:off x="0" y="0"/>
          <a:ext cx="0" cy="0"/>
          <a:chOff x="0" y="0"/>
          <a:chExt cx="0" cy="0"/>
        </a:xfrm>
      </p:grpSpPr>
      <p:sp>
        <p:nvSpPr>
          <p:cNvPr id="335" name="Google Shape;335;p8"/>
          <p:cNvSpPr txBox="1">
            <a:spLocks noGrp="1"/>
          </p:cNvSpPr>
          <p:nvPr>
            <p:ph type="title"/>
          </p:nvPr>
        </p:nvSpPr>
        <p:spPr>
          <a:xfrm>
            <a:off x="943050" y="1307100"/>
            <a:ext cx="72579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36" name="Google Shape;336;p8"/>
          <p:cNvGrpSpPr/>
          <p:nvPr/>
        </p:nvGrpSpPr>
        <p:grpSpPr>
          <a:xfrm>
            <a:off x="5478864" y="2056701"/>
            <a:ext cx="5036265" cy="4113315"/>
            <a:chOff x="4780389" y="2513201"/>
            <a:chExt cx="5036265" cy="4113315"/>
          </a:xfrm>
        </p:grpSpPr>
        <p:grpSp>
          <p:nvGrpSpPr>
            <p:cNvPr id="337" name="Google Shape;337;p8"/>
            <p:cNvGrpSpPr/>
            <p:nvPr/>
          </p:nvGrpSpPr>
          <p:grpSpPr>
            <a:xfrm>
              <a:off x="4780389" y="2513201"/>
              <a:ext cx="5036265" cy="4113315"/>
              <a:chOff x="4673664" y="2214101"/>
              <a:chExt cx="5036265" cy="4113315"/>
            </a:xfrm>
          </p:grpSpPr>
          <p:sp>
            <p:nvSpPr>
              <p:cNvPr id="338" name="Google Shape;338;p8"/>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9" name="Google Shape;339;p8"/>
              <p:cNvGrpSpPr/>
              <p:nvPr/>
            </p:nvGrpSpPr>
            <p:grpSpPr>
              <a:xfrm>
                <a:off x="4673664" y="2214101"/>
                <a:ext cx="5036265" cy="4113315"/>
                <a:chOff x="4673664" y="2214101"/>
                <a:chExt cx="5036265" cy="4113315"/>
              </a:xfrm>
            </p:grpSpPr>
            <p:grpSp>
              <p:nvGrpSpPr>
                <p:cNvPr id="340" name="Google Shape;340;p8"/>
                <p:cNvGrpSpPr/>
                <p:nvPr/>
              </p:nvGrpSpPr>
              <p:grpSpPr>
                <a:xfrm>
                  <a:off x="4673664" y="2214101"/>
                  <a:ext cx="5036265" cy="4113315"/>
                  <a:chOff x="3825164" y="427026"/>
                  <a:chExt cx="5036265" cy="4113315"/>
                </a:xfrm>
              </p:grpSpPr>
              <p:sp>
                <p:nvSpPr>
                  <p:cNvPr id="341" name="Google Shape;341;p8"/>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8"/>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8"/>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8"/>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8"/>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8"/>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8"/>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8"/>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8"/>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8"/>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8"/>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8"/>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8"/>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8"/>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8"/>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8"/>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8"/>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8"/>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8"/>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8"/>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8"/>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8"/>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8"/>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8"/>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8"/>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8"/>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8"/>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8"/>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8"/>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7" name="Google Shape;377;p8"/>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8"/>
          <p:cNvGrpSpPr/>
          <p:nvPr/>
        </p:nvGrpSpPr>
        <p:grpSpPr>
          <a:xfrm>
            <a:off x="-128336" y="-2516262"/>
            <a:ext cx="5036265" cy="4113315"/>
            <a:chOff x="4780389" y="2513201"/>
            <a:chExt cx="5036265" cy="4113315"/>
          </a:xfrm>
        </p:grpSpPr>
        <p:grpSp>
          <p:nvGrpSpPr>
            <p:cNvPr id="381" name="Google Shape;381;p8"/>
            <p:cNvGrpSpPr/>
            <p:nvPr/>
          </p:nvGrpSpPr>
          <p:grpSpPr>
            <a:xfrm>
              <a:off x="4780389" y="2513201"/>
              <a:ext cx="5036265" cy="4113315"/>
              <a:chOff x="4673664" y="2214101"/>
              <a:chExt cx="5036265" cy="4113315"/>
            </a:xfrm>
          </p:grpSpPr>
          <p:sp>
            <p:nvSpPr>
              <p:cNvPr id="382" name="Google Shape;382;p8"/>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8"/>
              <p:cNvGrpSpPr/>
              <p:nvPr/>
            </p:nvGrpSpPr>
            <p:grpSpPr>
              <a:xfrm>
                <a:off x="4673664" y="2214101"/>
                <a:ext cx="5036265" cy="4113315"/>
                <a:chOff x="4673664" y="2214101"/>
                <a:chExt cx="5036265" cy="4113315"/>
              </a:xfrm>
            </p:grpSpPr>
            <p:grpSp>
              <p:nvGrpSpPr>
                <p:cNvPr id="384" name="Google Shape;384;p8"/>
                <p:cNvGrpSpPr/>
                <p:nvPr/>
              </p:nvGrpSpPr>
              <p:grpSpPr>
                <a:xfrm>
                  <a:off x="4673664" y="2214101"/>
                  <a:ext cx="5036265" cy="4113315"/>
                  <a:chOff x="3825164" y="427026"/>
                  <a:chExt cx="5036265" cy="4113315"/>
                </a:xfrm>
              </p:grpSpPr>
              <p:sp>
                <p:nvSpPr>
                  <p:cNvPr id="385" name="Google Shape;385;p8"/>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8"/>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8"/>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8"/>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8"/>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8"/>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8"/>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8"/>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8"/>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3" name="Google Shape;413;p8"/>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8"/>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8"/>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8"/>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8"/>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1" name="Google Shape;421;p8"/>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4"/>
        <p:cNvGrpSpPr/>
        <p:nvPr/>
      </p:nvGrpSpPr>
      <p:grpSpPr>
        <a:xfrm>
          <a:off x="0" y="0"/>
          <a:ext cx="0" cy="0"/>
          <a:chOff x="0" y="0"/>
          <a:chExt cx="0" cy="0"/>
        </a:xfrm>
      </p:grpSpPr>
      <p:sp>
        <p:nvSpPr>
          <p:cNvPr id="425" name="Google Shape;425;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150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
        <p:nvSpPr>
          <p:cNvPr id="426" name="Google Shape;426;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3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36"/>
        <p:cNvGrpSpPr/>
        <p:nvPr/>
      </p:nvGrpSpPr>
      <p:grpSpPr>
        <a:xfrm>
          <a:off x="0" y="0"/>
          <a:ext cx="0" cy="0"/>
          <a:chOff x="0" y="0"/>
          <a:chExt cx="0" cy="0"/>
        </a:xfrm>
      </p:grpSpPr>
      <p:sp>
        <p:nvSpPr>
          <p:cNvPr id="537" name="Google Shape;537;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38" name="Google Shape;538;p13"/>
          <p:cNvSpPr txBox="1">
            <a:spLocks noGrp="1"/>
          </p:cNvSpPr>
          <p:nvPr>
            <p:ph type="subTitle" idx="1"/>
          </p:nvPr>
        </p:nvSpPr>
        <p:spPr>
          <a:xfrm>
            <a:off x="5784713" y="1520950"/>
            <a:ext cx="24687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9" name="Google Shape;539;p13"/>
          <p:cNvSpPr txBox="1">
            <a:spLocks noGrp="1"/>
          </p:cNvSpPr>
          <p:nvPr>
            <p:ph type="title" idx="2" hasCustomPrompt="1"/>
          </p:nvPr>
        </p:nvSpPr>
        <p:spPr>
          <a:xfrm>
            <a:off x="890575" y="1520950"/>
            <a:ext cx="976800" cy="484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0" name="Google Shape;540;p13"/>
          <p:cNvSpPr txBox="1">
            <a:spLocks noGrp="1"/>
          </p:cNvSpPr>
          <p:nvPr>
            <p:ph type="subTitle" idx="3"/>
          </p:nvPr>
        </p:nvSpPr>
        <p:spPr>
          <a:xfrm>
            <a:off x="1954644" y="1520950"/>
            <a:ext cx="37428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1" name="Google Shape;541;p13"/>
          <p:cNvSpPr txBox="1">
            <a:spLocks noGrp="1"/>
          </p:cNvSpPr>
          <p:nvPr>
            <p:ph type="subTitle" idx="4"/>
          </p:nvPr>
        </p:nvSpPr>
        <p:spPr>
          <a:xfrm>
            <a:off x="5784713" y="2154035"/>
            <a:ext cx="24687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2" name="Google Shape;542;p13"/>
          <p:cNvSpPr txBox="1">
            <a:spLocks noGrp="1"/>
          </p:cNvSpPr>
          <p:nvPr>
            <p:ph type="title" idx="5" hasCustomPrompt="1"/>
          </p:nvPr>
        </p:nvSpPr>
        <p:spPr>
          <a:xfrm>
            <a:off x="890575" y="2154035"/>
            <a:ext cx="976800" cy="484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3" name="Google Shape;543;p13"/>
          <p:cNvSpPr txBox="1">
            <a:spLocks noGrp="1"/>
          </p:cNvSpPr>
          <p:nvPr>
            <p:ph type="subTitle" idx="6"/>
          </p:nvPr>
        </p:nvSpPr>
        <p:spPr>
          <a:xfrm>
            <a:off x="1954644" y="2154035"/>
            <a:ext cx="37428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4" name="Google Shape;544;p13"/>
          <p:cNvSpPr txBox="1">
            <a:spLocks noGrp="1"/>
          </p:cNvSpPr>
          <p:nvPr>
            <p:ph type="subTitle" idx="7"/>
          </p:nvPr>
        </p:nvSpPr>
        <p:spPr>
          <a:xfrm>
            <a:off x="5784713" y="2787120"/>
            <a:ext cx="24687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5" name="Google Shape;545;p13"/>
          <p:cNvSpPr txBox="1">
            <a:spLocks noGrp="1"/>
          </p:cNvSpPr>
          <p:nvPr>
            <p:ph type="title" idx="8" hasCustomPrompt="1"/>
          </p:nvPr>
        </p:nvSpPr>
        <p:spPr>
          <a:xfrm>
            <a:off x="890575" y="2787120"/>
            <a:ext cx="976800" cy="484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6" name="Google Shape;546;p13"/>
          <p:cNvSpPr txBox="1">
            <a:spLocks noGrp="1"/>
          </p:cNvSpPr>
          <p:nvPr>
            <p:ph type="subTitle" idx="9"/>
          </p:nvPr>
        </p:nvSpPr>
        <p:spPr>
          <a:xfrm>
            <a:off x="1954644" y="2787120"/>
            <a:ext cx="37428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7" name="Google Shape;547;p13"/>
          <p:cNvSpPr txBox="1">
            <a:spLocks noGrp="1"/>
          </p:cNvSpPr>
          <p:nvPr>
            <p:ph type="subTitle" idx="13"/>
          </p:nvPr>
        </p:nvSpPr>
        <p:spPr>
          <a:xfrm>
            <a:off x="5784713" y="3420205"/>
            <a:ext cx="24687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8" name="Google Shape;548;p13"/>
          <p:cNvSpPr txBox="1">
            <a:spLocks noGrp="1"/>
          </p:cNvSpPr>
          <p:nvPr>
            <p:ph type="title" idx="14" hasCustomPrompt="1"/>
          </p:nvPr>
        </p:nvSpPr>
        <p:spPr>
          <a:xfrm>
            <a:off x="890575" y="3420205"/>
            <a:ext cx="976800" cy="484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9" name="Google Shape;549;p13"/>
          <p:cNvSpPr txBox="1">
            <a:spLocks noGrp="1"/>
          </p:cNvSpPr>
          <p:nvPr>
            <p:ph type="subTitle" idx="15"/>
          </p:nvPr>
        </p:nvSpPr>
        <p:spPr>
          <a:xfrm>
            <a:off x="1954644" y="3420205"/>
            <a:ext cx="37428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50" name="Google Shape;550;p13"/>
          <p:cNvSpPr txBox="1">
            <a:spLocks noGrp="1"/>
          </p:cNvSpPr>
          <p:nvPr>
            <p:ph type="subTitle" idx="16"/>
          </p:nvPr>
        </p:nvSpPr>
        <p:spPr>
          <a:xfrm>
            <a:off x="5784713" y="4053290"/>
            <a:ext cx="24687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1" name="Google Shape;551;p13"/>
          <p:cNvSpPr txBox="1">
            <a:spLocks noGrp="1"/>
          </p:cNvSpPr>
          <p:nvPr>
            <p:ph type="title" idx="17" hasCustomPrompt="1"/>
          </p:nvPr>
        </p:nvSpPr>
        <p:spPr>
          <a:xfrm>
            <a:off x="890575" y="4053290"/>
            <a:ext cx="976800" cy="484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2" name="Google Shape;552;p13"/>
          <p:cNvSpPr txBox="1">
            <a:spLocks noGrp="1"/>
          </p:cNvSpPr>
          <p:nvPr>
            <p:ph type="subTitle" idx="18"/>
          </p:nvPr>
        </p:nvSpPr>
        <p:spPr>
          <a:xfrm>
            <a:off x="1954644" y="4053290"/>
            <a:ext cx="37428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553" name="Google Shape;553;p13"/>
          <p:cNvGrpSpPr/>
          <p:nvPr/>
        </p:nvGrpSpPr>
        <p:grpSpPr>
          <a:xfrm>
            <a:off x="-3773061" y="-978862"/>
            <a:ext cx="5036265" cy="4113315"/>
            <a:chOff x="4780389" y="2513201"/>
            <a:chExt cx="5036265" cy="4113315"/>
          </a:xfrm>
        </p:grpSpPr>
        <p:grpSp>
          <p:nvGrpSpPr>
            <p:cNvPr id="554" name="Google Shape;554;p13"/>
            <p:cNvGrpSpPr/>
            <p:nvPr/>
          </p:nvGrpSpPr>
          <p:grpSpPr>
            <a:xfrm>
              <a:off x="4780389" y="2513201"/>
              <a:ext cx="5036265" cy="4113315"/>
              <a:chOff x="4673664" y="2214101"/>
              <a:chExt cx="5036265" cy="4113315"/>
            </a:xfrm>
          </p:grpSpPr>
          <p:sp>
            <p:nvSpPr>
              <p:cNvPr id="555" name="Google Shape;555;p1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 name="Google Shape;556;p13"/>
              <p:cNvGrpSpPr/>
              <p:nvPr/>
            </p:nvGrpSpPr>
            <p:grpSpPr>
              <a:xfrm>
                <a:off x="4673664" y="2214101"/>
                <a:ext cx="5036265" cy="4113315"/>
                <a:chOff x="4673664" y="2214101"/>
                <a:chExt cx="5036265" cy="4113315"/>
              </a:xfrm>
            </p:grpSpPr>
            <p:grpSp>
              <p:nvGrpSpPr>
                <p:cNvPr id="557" name="Google Shape;557;p13"/>
                <p:cNvGrpSpPr/>
                <p:nvPr/>
              </p:nvGrpSpPr>
              <p:grpSpPr>
                <a:xfrm>
                  <a:off x="4673664" y="2214101"/>
                  <a:ext cx="5036265" cy="4113315"/>
                  <a:chOff x="3825164" y="427026"/>
                  <a:chExt cx="5036265" cy="4113315"/>
                </a:xfrm>
              </p:grpSpPr>
              <p:sp>
                <p:nvSpPr>
                  <p:cNvPr id="558" name="Google Shape;558;p1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6" name="Google Shape;586;p1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4" name="Google Shape;594;p1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97"/>
        <p:cNvGrpSpPr/>
        <p:nvPr/>
      </p:nvGrpSpPr>
      <p:grpSpPr>
        <a:xfrm>
          <a:off x="0" y="0"/>
          <a:ext cx="0" cy="0"/>
          <a:chOff x="0" y="0"/>
          <a:chExt cx="0" cy="0"/>
        </a:xfrm>
      </p:grpSpPr>
      <p:sp>
        <p:nvSpPr>
          <p:cNvPr id="598" name="Google Shape;598;p14"/>
          <p:cNvSpPr txBox="1">
            <a:spLocks noGrp="1"/>
          </p:cNvSpPr>
          <p:nvPr>
            <p:ph type="title"/>
          </p:nvPr>
        </p:nvSpPr>
        <p:spPr>
          <a:xfrm>
            <a:off x="3424066" y="3475500"/>
            <a:ext cx="50067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99" name="Google Shape;599;p14"/>
          <p:cNvSpPr txBox="1">
            <a:spLocks noGrp="1"/>
          </p:cNvSpPr>
          <p:nvPr>
            <p:ph type="subTitle" idx="1"/>
          </p:nvPr>
        </p:nvSpPr>
        <p:spPr>
          <a:xfrm>
            <a:off x="3423950" y="1025400"/>
            <a:ext cx="5006700" cy="2450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600" name="Google Shape;600;p14"/>
          <p:cNvGrpSpPr/>
          <p:nvPr/>
        </p:nvGrpSpPr>
        <p:grpSpPr>
          <a:xfrm>
            <a:off x="7107962" y="-355553"/>
            <a:ext cx="1934332" cy="1332011"/>
            <a:chOff x="7107962" y="-355553"/>
            <a:chExt cx="1934332" cy="1332011"/>
          </a:xfrm>
        </p:grpSpPr>
        <p:sp>
          <p:nvSpPr>
            <p:cNvPr id="601" name="Google Shape;601;p14"/>
            <p:cNvSpPr/>
            <p:nvPr/>
          </p:nvSpPr>
          <p:spPr>
            <a:xfrm rot="-157512" flipH="1">
              <a:off x="7124135" y="209124"/>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4"/>
            <p:cNvSpPr/>
            <p:nvPr/>
          </p:nvSpPr>
          <p:spPr>
            <a:xfrm rot="-157512" flipH="1">
              <a:off x="7112323" y="35256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4"/>
            <p:cNvSpPr/>
            <p:nvPr/>
          </p:nvSpPr>
          <p:spPr>
            <a:xfrm rot="-157512" flipH="1">
              <a:off x="7729061" y="729798"/>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4"/>
            <p:cNvSpPr/>
            <p:nvPr/>
          </p:nvSpPr>
          <p:spPr>
            <a:xfrm rot="-157512" flipH="1">
              <a:off x="7756527" y="-354275"/>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4"/>
            <p:cNvSpPr/>
            <p:nvPr/>
          </p:nvSpPr>
          <p:spPr>
            <a:xfrm rot="-157512" flipH="1">
              <a:off x="8076682" y="-30913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4"/>
            <p:cNvSpPr/>
            <p:nvPr/>
          </p:nvSpPr>
          <p:spPr>
            <a:xfrm rot="-157512" flipH="1">
              <a:off x="7450823" y="-32498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4"/>
            <p:cNvSpPr/>
            <p:nvPr/>
          </p:nvSpPr>
          <p:spPr>
            <a:xfrm rot="-157512" flipH="1">
              <a:off x="8375904" y="240832"/>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4"/>
            <p:cNvSpPr/>
            <p:nvPr/>
          </p:nvSpPr>
          <p:spPr>
            <a:xfrm rot="-157512" flipH="1">
              <a:off x="7750020" y="224978"/>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 name="Google Shape;609;p14"/>
          <p:cNvGrpSpPr/>
          <p:nvPr/>
        </p:nvGrpSpPr>
        <p:grpSpPr>
          <a:xfrm>
            <a:off x="108580" y="3475490"/>
            <a:ext cx="1961773" cy="2399979"/>
            <a:chOff x="108580" y="3135490"/>
            <a:chExt cx="1961773" cy="2399979"/>
          </a:xfrm>
        </p:grpSpPr>
        <p:sp>
          <p:nvSpPr>
            <p:cNvPr id="610" name="Google Shape;610;p14"/>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4"/>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4"/>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4"/>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4" name="Google Shape;614;p14"/>
            <p:cNvGrpSpPr/>
            <p:nvPr/>
          </p:nvGrpSpPr>
          <p:grpSpPr>
            <a:xfrm>
              <a:off x="108580" y="3135490"/>
              <a:ext cx="1961773" cy="2399979"/>
              <a:chOff x="108580" y="3135490"/>
              <a:chExt cx="1961773" cy="2399979"/>
            </a:xfrm>
          </p:grpSpPr>
          <p:sp>
            <p:nvSpPr>
              <p:cNvPr id="615" name="Google Shape;615;p14"/>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4"/>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4"/>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4"/>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4"/>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4"/>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4"/>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4"/>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4"/>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840"/>
        <p:cNvGrpSpPr/>
        <p:nvPr/>
      </p:nvGrpSpPr>
      <p:grpSpPr>
        <a:xfrm>
          <a:off x="0" y="0"/>
          <a:ext cx="0" cy="0"/>
          <a:chOff x="0" y="0"/>
          <a:chExt cx="0" cy="0"/>
        </a:xfrm>
      </p:grpSpPr>
      <p:sp>
        <p:nvSpPr>
          <p:cNvPr id="841" name="Google Shape;841;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42" name="Google Shape;842;p23"/>
          <p:cNvSpPr txBox="1">
            <a:spLocks noGrp="1"/>
          </p:cNvSpPr>
          <p:nvPr>
            <p:ph type="subTitle" idx="1"/>
          </p:nvPr>
        </p:nvSpPr>
        <p:spPr>
          <a:xfrm>
            <a:off x="1755325" y="2204775"/>
            <a:ext cx="25950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3" name="Google Shape;843;p23"/>
          <p:cNvSpPr txBox="1">
            <a:spLocks noGrp="1"/>
          </p:cNvSpPr>
          <p:nvPr>
            <p:ph type="subTitle" idx="2"/>
          </p:nvPr>
        </p:nvSpPr>
        <p:spPr>
          <a:xfrm>
            <a:off x="4793684" y="2204775"/>
            <a:ext cx="25950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4" name="Google Shape;844;p23"/>
          <p:cNvSpPr txBox="1">
            <a:spLocks noGrp="1"/>
          </p:cNvSpPr>
          <p:nvPr>
            <p:ph type="subTitle" idx="3"/>
          </p:nvPr>
        </p:nvSpPr>
        <p:spPr>
          <a:xfrm>
            <a:off x="1755325" y="3638175"/>
            <a:ext cx="25950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5" name="Google Shape;845;p23"/>
          <p:cNvSpPr txBox="1">
            <a:spLocks noGrp="1"/>
          </p:cNvSpPr>
          <p:nvPr>
            <p:ph type="subTitle" idx="4"/>
          </p:nvPr>
        </p:nvSpPr>
        <p:spPr>
          <a:xfrm>
            <a:off x="4793684" y="3638175"/>
            <a:ext cx="25950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6" name="Google Shape;846;p23"/>
          <p:cNvSpPr txBox="1">
            <a:spLocks noGrp="1"/>
          </p:cNvSpPr>
          <p:nvPr>
            <p:ph type="subTitle" idx="5"/>
          </p:nvPr>
        </p:nvSpPr>
        <p:spPr>
          <a:xfrm>
            <a:off x="1755325" y="1747575"/>
            <a:ext cx="25950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7" name="Google Shape;847;p23"/>
          <p:cNvSpPr txBox="1">
            <a:spLocks noGrp="1"/>
          </p:cNvSpPr>
          <p:nvPr>
            <p:ph type="subTitle" idx="6"/>
          </p:nvPr>
        </p:nvSpPr>
        <p:spPr>
          <a:xfrm>
            <a:off x="1755325" y="3180975"/>
            <a:ext cx="25950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8" name="Google Shape;848;p23"/>
          <p:cNvSpPr txBox="1">
            <a:spLocks noGrp="1"/>
          </p:cNvSpPr>
          <p:nvPr>
            <p:ph type="subTitle" idx="7"/>
          </p:nvPr>
        </p:nvSpPr>
        <p:spPr>
          <a:xfrm>
            <a:off x="4793680" y="1747575"/>
            <a:ext cx="25950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9" name="Google Shape;849;p23"/>
          <p:cNvSpPr txBox="1">
            <a:spLocks noGrp="1"/>
          </p:cNvSpPr>
          <p:nvPr>
            <p:ph type="subTitle" idx="8"/>
          </p:nvPr>
        </p:nvSpPr>
        <p:spPr>
          <a:xfrm>
            <a:off x="4793680" y="3180975"/>
            <a:ext cx="25950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850" name="Google Shape;850;p23"/>
          <p:cNvGrpSpPr/>
          <p:nvPr/>
        </p:nvGrpSpPr>
        <p:grpSpPr>
          <a:xfrm flipH="1">
            <a:off x="-884258" y="-507956"/>
            <a:ext cx="2532725" cy="1881750"/>
            <a:chOff x="7221517" y="-507956"/>
            <a:chExt cx="2532725" cy="1881750"/>
          </a:xfrm>
        </p:grpSpPr>
        <p:sp>
          <p:nvSpPr>
            <p:cNvPr id="851" name="Google Shape;851;p23"/>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3"/>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3"/>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3"/>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3"/>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3"/>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3"/>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3"/>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3"/>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3"/>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23"/>
          <p:cNvGrpSpPr/>
          <p:nvPr/>
        </p:nvGrpSpPr>
        <p:grpSpPr>
          <a:xfrm flipH="1">
            <a:off x="7421542" y="4092619"/>
            <a:ext cx="2532725" cy="1881750"/>
            <a:chOff x="7221517" y="-507956"/>
            <a:chExt cx="2532725" cy="1881750"/>
          </a:xfrm>
        </p:grpSpPr>
        <p:sp>
          <p:nvSpPr>
            <p:cNvPr id="862" name="Google Shape;862;p23"/>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3"/>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3"/>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3"/>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3"/>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3"/>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3"/>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3"/>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3"/>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3"/>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11">
    <p:spTree>
      <p:nvGrpSpPr>
        <p:cNvPr id="1" name="Shape 922"/>
        <p:cNvGrpSpPr/>
        <p:nvPr/>
      </p:nvGrpSpPr>
      <p:grpSpPr>
        <a:xfrm>
          <a:off x="0" y="0"/>
          <a:ext cx="0" cy="0"/>
          <a:chOff x="0" y="0"/>
          <a:chExt cx="0" cy="0"/>
        </a:xfrm>
      </p:grpSpPr>
      <p:sp>
        <p:nvSpPr>
          <p:cNvPr id="923" name="Google Shape;923;p26"/>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200"/>
              <a:buNone/>
              <a:defRPr/>
            </a:lvl1pPr>
            <a:lvl2pPr lvl="1" algn="ctr">
              <a:spcBef>
                <a:spcPts val="0"/>
              </a:spcBef>
              <a:spcAft>
                <a:spcPts val="0"/>
              </a:spcAft>
              <a:buSzPts val="3200"/>
              <a:buFont typeface="Montserrat Black"/>
              <a:buNone/>
              <a:defRPr>
                <a:latin typeface="Montserrat Black"/>
                <a:ea typeface="Montserrat Black"/>
                <a:cs typeface="Montserrat Black"/>
                <a:sym typeface="Montserrat Black"/>
              </a:defRPr>
            </a:lvl2pPr>
            <a:lvl3pPr lvl="2" algn="ctr">
              <a:spcBef>
                <a:spcPts val="0"/>
              </a:spcBef>
              <a:spcAft>
                <a:spcPts val="0"/>
              </a:spcAft>
              <a:buSzPts val="3200"/>
              <a:buFont typeface="Montserrat Black"/>
              <a:buNone/>
              <a:defRPr>
                <a:latin typeface="Montserrat Black"/>
                <a:ea typeface="Montserrat Black"/>
                <a:cs typeface="Montserrat Black"/>
                <a:sym typeface="Montserrat Black"/>
              </a:defRPr>
            </a:lvl3pPr>
            <a:lvl4pPr lvl="3" algn="ctr">
              <a:spcBef>
                <a:spcPts val="0"/>
              </a:spcBef>
              <a:spcAft>
                <a:spcPts val="0"/>
              </a:spcAft>
              <a:buSzPts val="3200"/>
              <a:buFont typeface="Montserrat Black"/>
              <a:buNone/>
              <a:defRPr>
                <a:latin typeface="Montserrat Black"/>
                <a:ea typeface="Montserrat Black"/>
                <a:cs typeface="Montserrat Black"/>
                <a:sym typeface="Montserrat Black"/>
              </a:defRPr>
            </a:lvl4pPr>
            <a:lvl5pPr lvl="4" algn="ctr">
              <a:spcBef>
                <a:spcPts val="0"/>
              </a:spcBef>
              <a:spcAft>
                <a:spcPts val="0"/>
              </a:spcAft>
              <a:buSzPts val="3200"/>
              <a:buFont typeface="Montserrat Black"/>
              <a:buNone/>
              <a:defRPr>
                <a:latin typeface="Montserrat Black"/>
                <a:ea typeface="Montserrat Black"/>
                <a:cs typeface="Montserrat Black"/>
                <a:sym typeface="Montserrat Black"/>
              </a:defRPr>
            </a:lvl5pPr>
            <a:lvl6pPr lvl="5" algn="ctr">
              <a:spcBef>
                <a:spcPts val="0"/>
              </a:spcBef>
              <a:spcAft>
                <a:spcPts val="0"/>
              </a:spcAft>
              <a:buSzPts val="3200"/>
              <a:buFont typeface="Montserrat Black"/>
              <a:buNone/>
              <a:defRPr>
                <a:latin typeface="Montserrat Black"/>
                <a:ea typeface="Montserrat Black"/>
                <a:cs typeface="Montserrat Black"/>
                <a:sym typeface="Montserrat Black"/>
              </a:defRPr>
            </a:lvl6pPr>
            <a:lvl7pPr lvl="6" algn="ctr">
              <a:spcBef>
                <a:spcPts val="0"/>
              </a:spcBef>
              <a:spcAft>
                <a:spcPts val="0"/>
              </a:spcAft>
              <a:buSzPts val="3200"/>
              <a:buFont typeface="Montserrat Black"/>
              <a:buNone/>
              <a:defRPr>
                <a:latin typeface="Montserrat Black"/>
                <a:ea typeface="Montserrat Black"/>
                <a:cs typeface="Montserrat Black"/>
                <a:sym typeface="Montserrat Black"/>
              </a:defRPr>
            </a:lvl7pPr>
            <a:lvl8pPr lvl="7" algn="ctr">
              <a:spcBef>
                <a:spcPts val="0"/>
              </a:spcBef>
              <a:spcAft>
                <a:spcPts val="0"/>
              </a:spcAft>
              <a:buSzPts val="3200"/>
              <a:buFont typeface="Montserrat Black"/>
              <a:buNone/>
              <a:defRPr>
                <a:latin typeface="Montserrat Black"/>
                <a:ea typeface="Montserrat Black"/>
                <a:cs typeface="Montserrat Black"/>
                <a:sym typeface="Montserrat Black"/>
              </a:defRPr>
            </a:lvl8pPr>
            <a:lvl9pPr lvl="8" algn="ctr">
              <a:spcBef>
                <a:spcPts val="0"/>
              </a:spcBef>
              <a:spcAft>
                <a:spcPts val="0"/>
              </a:spcAft>
              <a:buSzPts val="3200"/>
              <a:buFont typeface="Montserrat Black"/>
              <a:buNone/>
              <a:defRPr>
                <a:latin typeface="Montserrat Black"/>
                <a:ea typeface="Montserrat Black"/>
                <a:cs typeface="Montserrat Black"/>
                <a:sym typeface="Montserrat Black"/>
              </a:defRPr>
            </a:lvl9pPr>
          </a:lstStyle>
          <a:p>
            <a:endParaRPr/>
          </a:p>
        </p:txBody>
      </p:sp>
      <p:grpSp>
        <p:nvGrpSpPr>
          <p:cNvPr id="924" name="Google Shape;924;p26"/>
          <p:cNvGrpSpPr/>
          <p:nvPr/>
        </p:nvGrpSpPr>
        <p:grpSpPr>
          <a:xfrm rot="10800000">
            <a:off x="7221517" y="-1342256"/>
            <a:ext cx="2532725" cy="1881750"/>
            <a:chOff x="7221517" y="-507956"/>
            <a:chExt cx="2532725" cy="1881750"/>
          </a:xfrm>
        </p:grpSpPr>
        <p:sp>
          <p:nvSpPr>
            <p:cNvPr id="925" name="Google Shape;925;p26"/>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6"/>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6"/>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6"/>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6"/>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6"/>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6"/>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6"/>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6"/>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6"/>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5" name="Google Shape;935;p26"/>
          <p:cNvGrpSpPr/>
          <p:nvPr/>
        </p:nvGrpSpPr>
        <p:grpSpPr>
          <a:xfrm rot="10800000" flipH="1">
            <a:off x="-465158" y="-1342256"/>
            <a:ext cx="2532725" cy="1881750"/>
            <a:chOff x="7221517" y="-507956"/>
            <a:chExt cx="2532725" cy="1881750"/>
          </a:xfrm>
        </p:grpSpPr>
        <p:sp>
          <p:nvSpPr>
            <p:cNvPr id="936" name="Google Shape;936;p26"/>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6"/>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6"/>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6"/>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6"/>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6"/>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6"/>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6"/>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6"/>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6"/>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92"/>
        <p:cNvGrpSpPr/>
        <p:nvPr/>
      </p:nvGrpSpPr>
      <p:grpSpPr>
        <a:xfrm>
          <a:off x="0" y="0"/>
          <a:ext cx="0" cy="0"/>
          <a:chOff x="0" y="0"/>
          <a:chExt cx="0" cy="0"/>
        </a:xfrm>
      </p:grpSpPr>
      <p:pic>
        <p:nvPicPr>
          <p:cNvPr id="1093" name="Google Shape;1093;p30"/>
          <p:cNvPicPr preferRelativeResize="0"/>
          <p:nvPr/>
        </p:nvPicPr>
        <p:blipFill rotWithShape="1">
          <a:blip r:embed="rId2">
            <a:alphaModFix/>
          </a:blip>
          <a:srcRect l="24332" t="5722" r="23343" b="4592"/>
          <a:stretch/>
        </p:blipFill>
        <p:spPr>
          <a:xfrm rot="2268302">
            <a:off x="7595262" y="-436051"/>
            <a:ext cx="1857374" cy="1790699"/>
          </a:xfrm>
          <a:prstGeom prst="rect">
            <a:avLst/>
          </a:prstGeom>
          <a:noFill/>
          <a:ln>
            <a:noFill/>
          </a:ln>
        </p:spPr>
      </p:pic>
      <p:grpSp>
        <p:nvGrpSpPr>
          <p:cNvPr id="1094" name="Google Shape;1094;p30"/>
          <p:cNvGrpSpPr/>
          <p:nvPr/>
        </p:nvGrpSpPr>
        <p:grpSpPr>
          <a:xfrm flipH="1">
            <a:off x="-884258" y="-507956"/>
            <a:ext cx="2532725" cy="1881750"/>
            <a:chOff x="7221517" y="-507956"/>
            <a:chExt cx="2532725" cy="1881750"/>
          </a:xfrm>
        </p:grpSpPr>
        <p:sp>
          <p:nvSpPr>
            <p:cNvPr id="1095" name="Google Shape;1095;p30"/>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0"/>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0"/>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0"/>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0"/>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0"/>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0"/>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0"/>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0"/>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5" name="Google Shape;1105;p30"/>
          <p:cNvGrpSpPr/>
          <p:nvPr/>
        </p:nvGrpSpPr>
        <p:grpSpPr>
          <a:xfrm flipH="1">
            <a:off x="7421542" y="4092619"/>
            <a:ext cx="2532725" cy="1881750"/>
            <a:chOff x="7221517" y="-507956"/>
            <a:chExt cx="2532725" cy="1881750"/>
          </a:xfrm>
        </p:grpSpPr>
        <p:sp>
          <p:nvSpPr>
            <p:cNvPr id="1106" name="Google Shape;1106;p30"/>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0"/>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0"/>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0"/>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0"/>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0"/>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0"/>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0"/>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 name="Google Shape;1116;p30"/>
          <p:cNvGrpSpPr/>
          <p:nvPr/>
        </p:nvGrpSpPr>
        <p:grpSpPr>
          <a:xfrm>
            <a:off x="1531525" y="4798375"/>
            <a:ext cx="76825" cy="76800"/>
            <a:chOff x="3104875" y="1099400"/>
            <a:chExt cx="76825" cy="76800"/>
          </a:xfrm>
        </p:grpSpPr>
        <p:sp>
          <p:nvSpPr>
            <p:cNvPr id="1117" name="Google Shape;1117;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9" name="Google Shape;1119;p30"/>
          <p:cNvGrpSpPr/>
          <p:nvPr/>
        </p:nvGrpSpPr>
        <p:grpSpPr>
          <a:xfrm>
            <a:off x="8745875" y="2533350"/>
            <a:ext cx="76825" cy="76800"/>
            <a:chOff x="3104875" y="1099400"/>
            <a:chExt cx="76825" cy="76800"/>
          </a:xfrm>
        </p:grpSpPr>
        <p:sp>
          <p:nvSpPr>
            <p:cNvPr id="1120" name="Google Shape;1120;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2" name="Google Shape;1122;p30"/>
          <p:cNvGrpSpPr/>
          <p:nvPr/>
        </p:nvGrpSpPr>
        <p:grpSpPr>
          <a:xfrm>
            <a:off x="3576600" y="215950"/>
            <a:ext cx="76825" cy="76800"/>
            <a:chOff x="3104875" y="1099400"/>
            <a:chExt cx="76825" cy="76800"/>
          </a:xfrm>
        </p:grpSpPr>
        <p:sp>
          <p:nvSpPr>
            <p:cNvPr id="1123" name="Google Shape;1123;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25" name="Google Shape;1125;p30"/>
          <p:cNvPicPr preferRelativeResize="0"/>
          <p:nvPr/>
        </p:nvPicPr>
        <p:blipFill rotWithShape="1">
          <a:blip r:embed="rId3">
            <a:alphaModFix/>
          </a:blip>
          <a:srcRect l="15237" r="10475"/>
          <a:stretch/>
        </p:blipFill>
        <p:spPr>
          <a:xfrm>
            <a:off x="7421549" y="539509"/>
            <a:ext cx="1552574" cy="139085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26"/>
        <p:cNvGrpSpPr/>
        <p:nvPr/>
      </p:nvGrpSpPr>
      <p:grpSpPr>
        <a:xfrm>
          <a:off x="0" y="0"/>
          <a:ext cx="0" cy="0"/>
          <a:chOff x="0" y="0"/>
          <a:chExt cx="0" cy="0"/>
        </a:xfrm>
      </p:grpSpPr>
      <p:grpSp>
        <p:nvGrpSpPr>
          <p:cNvPr id="1127" name="Google Shape;1127;p31"/>
          <p:cNvGrpSpPr/>
          <p:nvPr/>
        </p:nvGrpSpPr>
        <p:grpSpPr>
          <a:xfrm>
            <a:off x="4780389" y="2513201"/>
            <a:ext cx="5036265" cy="4113315"/>
            <a:chOff x="4780389" y="2513201"/>
            <a:chExt cx="5036265" cy="4113315"/>
          </a:xfrm>
        </p:grpSpPr>
        <p:grpSp>
          <p:nvGrpSpPr>
            <p:cNvPr id="1128" name="Google Shape;1128;p31"/>
            <p:cNvGrpSpPr/>
            <p:nvPr/>
          </p:nvGrpSpPr>
          <p:grpSpPr>
            <a:xfrm>
              <a:off x="4780389" y="2513201"/>
              <a:ext cx="5036265" cy="4113315"/>
              <a:chOff x="4673664" y="2214101"/>
              <a:chExt cx="5036265" cy="4113315"/>
            </a:xfrm>
          </p:grpSpPr>
          <p:sp>
            <p:nvSpPr>
              <p:cNvPr id="1129" name="Google Shape;1129;p3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31"/>
              <p:cNvGrpSpPr/>
              <p:nvPr/>
            </p:nvGrpSpPr>
            <p:grpSpPr>
              <a:xfrm>
                <a:off x="4673664" y="2214101"/>
                <a:ext cx="5036265" cy="4113315"/>
                <a:chOff x="4673664" y="2214101"/>
                <a:chExt cx="5036265" cy="4113315"/>
              </a:xfrm>
            </p:grpSpPr>
            <p:grpSp>
              <p:nvGrpSpPr>
                <p:cNvPr id="1131" name="Google Shape;1131;p31"/>
                <p:cNvGrpSpPr/>
                <p:nvPr/>
              </p:nvGrpSpPr>
              <p:grpSpPr>
                <a:xfrm>
                  <a:off x="4673664" y="2214101"/>
                  <a:ext cx="5036265" cy="4113315"/>
                  <a:chOff x="3825164" y="427026"/>
                  <a:chExt cx="5036265" cy="4113315"/>
                </a:xfrm>
              </p:grpSpPr>
              <p:sp>
                <p:nvSpPr>
                  <p:cNvPr id="1132" name="Google Shape;1132;p3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0" name="Google Shape;1160;p3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68" name="Google Shape;1168;p3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1" name="Google Shape;1171;p31"/>
          <p:cNvGrpSpPr/>
          <p:nvPr/>
        </p:nvGrpSpPr>
        <p:grpSpPr>
          <a:xfrm>
            <a:off x="-3382536" y="-1517162"/>
            <a:ext cx="5036265" cy="4113315"/>
            <a:chOff x="4780389" y="2513201"/>
            <a:chExt cx="5036265" cy="4113315"/>
          </a:xfrm>
        </p:grpSpPr>
        <p:grpSp>
          <p:nvGrpSpPr>
            <p:cNvPr id="1172" name="Google Shape;1172;p31"/>
            <p:cNvGrpSpPr/>
            <p:nvPr/>
          </p:nvGrpSpPr>
          <p:grpSpPr>
            <a:xfrm>
              <a:off x="4780389" y="2513201"/>
              <a:ext cx="5036265" cy="4113315"/>
              <a:chOff x="4673664" y="2214101"/>
              <a:chExt cx="5036265" cy="4113315"/>
            </a:xfrm>
          </p:grpSpPr>
          <p:sp>
            <p:nvSpPr>
              <p:cNvPr id="1173" name="Google Shape;1173;p3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4" name="Google Shape;1174;p31"/>
              <p:cNvGrpSpPr/>
              <p:nvPr/>
            </p:nvGrpSpPr>
            <p:grpSpPr>
              <a:xfrm>
                <a:off x="4673664" y="2214101"/>
                <a:ext cx="5036265" cy="4113315"/>
                <a:chOff x="4673664" y="2214101"/>
                <a:chExt cx="5036265" cy="4113315"/>
              </a:xfrm>
            </p:grpSpPr>
            <p:grpSp>
              <p:nvGrpSpPr>
                <p:cNvPr id="1175" name="Google Shape;1175;p31"/>
                <p:cNvGrpSpPr/>
                <p:nvPr/>
              </p:nvGrpSpPr>
              <p:grpSpPr>
                <a:xfrm>
                  <a:off x="4673664" y="2214101"/>
                  <a:ext cx="5036265" cy="4113315"/>
                  <a:chOff x="3825164" y="427026"/>
                  <a:chExt cx="5036265" cy="4113315"/>
                </a:xfrm>
              </p:grpSpPr>
              <p:sp>
                <p:nvSpPr>
                  <p:cNvPr id="1176" name="Google Shape;1176;p3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4" name="Google Shape;1204;p3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12" name="Google Shape;1212;p3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31"/>
          <p:cNvGrpSpPr/>
          <p:nvPr/>
        </p:nvGrpSpPr>
        <p:grpSpPr>
          <a:xfrm>
            <a:off x="274225" y="2188525"/>
            <a:ext cx="76825" cy="76800"/>
            <a:chOff x="3104875" y="1099400"/>
            <a:chExt cx="76825" cy="76800"/>
          </a:xfrm>
        </p:grpSpPr>
        <p:sp>
          <p:nvSpPr>
            <p:cNvPr id="1216" name="Google Shape;1216;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31"/>
          <p:cNvGrpSpPr/>
          <p:nvPr/>
        </p:nvGrpSpPr>
        <p:grpSpPr>
          <a:xfrm>
            <a:off x="3783350" y="4781250"/>
            <a:ext cx="76825" cy="76800"/>
            <a:chOff x="3104875" y="1099400"/>
            <a:chExt cx="76825" cy="76800"/>
          </a:xfrm>
        </p:grpSpPr>
        <p:sp>
          <p:nvSpPr>
            <p:cNvPr id="1219" name="Google Shape;1219;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1" name="Google Shape;1221;p31"/>
          <p:cNvGrpSpPr/>
          <p:nvPr/>
        </p:nvGrpSpPr>
        <p:grpSpPr>
          <a:xfrm>
            <a:off x="7034175" y="263575"/>
            <a:ext cx="76825" cy="76800"/>
            <a:chOff x="3104875" y="1099400"/>
            <a:chExt cx="76825" cy="76800"/>
          </a:xfrm>
        </p:grpSpPr>
        <p:sp>
          <p:nvSpPr>
            <p:cNvPr id="1222" name="Google Shape;1222;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24" name="Google Shape;1224;p31"/>
          <p:cNvPicPr preferRelativeResize="0"/>
          <p:nvPr/>
        </p:nvPicPr>
        <p:blipFill rotWithShape="1">
          <a:blip r:embed="rId2">
            <a:alphaModFix/>
          </a:blip>
          <a:srcRect l="24332" t="5722" r="23343" b="4592"/>
          <a:stretch/>
        </p:blipFill>
        <p:spPr>
          <a:xfrm rot="2268302">
            <a:off x="204037" y="2189887"/>
            <a:ext cx="1857374" cy="1790699"/>
          </a:xfrm>
          <a:prstGeom prst="rect">
            <a:avLst/>
          </a:prstGeom>
          <a:noFill/>
          <a:ln>
            <a:noFill/>
          </a:ln>
        </p:spPr>
      </p:pic>
      <p:pic>
        <p:nvPicPr>
          <p:cNvPr id="1225" name="Google Shape;1225;p31"/>
          <p:cNvPicPr preferRelativeResize="0"/>
          <p:nvPr/>
        </p:nvPicPr>
        <p:blipFill rotWithShape="1">
          <a:blip r:embed="rId3">
            <a:alphaModFix/>
          </a:blip>
          <a:srcRect l="18647" t="7960" r="8852" b="8337"/>
          <a:stretch/>
        </p:blipFill>
        <p:spPr>
          <a:xfrm rot="-1406513">
            <a:off x="899285" y="427425"/>
            <a:ext cx="1175233" cy="763227"/>
          </a:xfrm>
          <a:prstGeom prst="rect">
            <a:avLst/>
          </a:prstGeom>
          <a:noFill/>
          <a:ln>
            <a:noFill/>
          </a:ln>
        </p:spPr>
      </p:pic>
      <p:pic>
        <p:nvPicPr>
          <p:cNvPr id="1226" name="Google Shape;1226;p31"/>
          <p:cNvPicPr preferRelativeResize="0"/>
          <p:nvPr/>
        </p:nvPicPr>
        <p:blipFill rotWithShape="1">
          <a:blip r:embed="rId4">
            <a:alphaModFix/>
          </a:blip>
          <a:srcRect l="25538" t="7152" r="23468" b="5838"/>
          <a:stretch/>
        </p:blipFill>
        <p:spPr>
          <a:xfrm>
            <a:off x="6925599" y="755225"/>
            <a:ext cx="1920000" cy="1842726"/>
          </a:xfrm>
          <a:prstGeom prst="rect">
            <a:avLst/>
          </a:prstGeom>
          <a:noFill/>
          <a:ln>
            <a:noFill/>
          </a:ln>
        </p:spPr>
      </p:pic>
      <p:pic>
        <p:nvPicPr>
          <p:cNvPr id="1227" name="Google Shape;1227;p31"/>
          <p:cNvPicPr preferRelativeResize="0"/>
          <p:nvPr/>
        </p:nvPicPr>
        <p:blipFill rotWithShape="1">
          <a:blip r:embed="rId5">
            <a:alphaModFix/>
          </a:blip>
          <a:srcRect l="15237" r="10475"/>
          <a:stretch/>
        </p:blipFill>
        <p:spPr>
          <a:xfrm rot="1220421">
            <a:off x="6684874" y="2035009"/>
            <a:ext cx="1552575" cy="1390851"/>
          </a:xfrm>
          <a:prstGeom prst="rect">
            <a:avLst/>
          </a:prstGeom>
          <a:noFill/>
          <a:ln>
            <a:noFill/>
          </a:ln>
        </p:spPr>
      </p:pic>
      <p:pic>
        <p:nvPicPr>
          <p:cNvPr id="1228" name="Google Shape;1228;p31"/>
          <p:cNvPicPr preferRelativeResize="0"/>
          <p:nvPr/>
        </p:nvPicPr>
        <p:blipFill rotWithShape="1">
          <a:blip r:embed="rId6">
            <a:alphaModFix/>
          </a:blip>
          <a:srcRect l="22010" r="18456"/>
          <a:stretch/>
        </p:blipFill>
        <p:spPr>
          <a:xfrm rot="-1592621">
            <a:off x="1473480" y="2658333"/>
            <a:ext cx="903663" cy="85381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Montserrat Black"/>
              <a:buNone/>
              <a:defRPr sz="3200">
                <a:solidFill>
                  <a:schemeClr val="dk1"/>
                </a:solidFill>
                <a:latin typeface="Montserrat Black"/>
                <a:ea typeface="Montserrat Black"/>
                <a:cs typeface="Montserrat Black"/>
                <a:sym typeface="Montserrat Black"/>
              </a:defRPr>
            </a:lvl1pPr>
            <a:lvl2pPr lvl="1"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2pPr>
            <a:lvl3pPr lvl="2"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3pPr>
            <a:lvl4pPr lvl="3"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4pPr>
            <a:lvl5pPr lvl="4"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5pPr>
            <a:lvl6pPr lvl="5"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6pPr>
            <a:lvl7pPr lvl="6"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7pPr>
            <a:lvl8pPr lvl="7"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8pPr>
            <a:lvl9pPr lvl="8"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Montserrat"/>
              <a:buChar char="◆"/>
              <a:defRPr>
                <a:solidFill>
                  <a:schemeClr val="dk1"/>
                </a:solidFill>
                <a:latin typeface="Montserrat"/>
                <a:ea typeface="Montserrat"/>
                <a:cs typeface="Montserrat"/>
                <a:sym typeface="Montserrat"/>
              </a:defRPr>
            </a:lvl1pPr>
            <a:lvl2pPr marL="914400" lvl="1"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8" r:id="rId6"/>
    <p:sldLayoutId id="2147483659" r:id="rId7"/>
    <p:sldLayoutId id="2147483660" r:id="rId8"/>
    <p:sldLayoutId id="2147483669" r:id="rId9"/>
    <p:sldLayoutId id="2147483672" r:id="rId10"/>
    <p:sldLayoutId id="2147483676" r:id="rId11"/>
    <p:sldLayoutId id="214748367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png"/><Relationship Id="rId7" Type="http://schemas.openxmlformats.org/officeDocument/2006/relationships/diagramQuickStyle" Target="../diagrams/quickStyle1.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pic>
        <p:nvPicPr>
          <p:cNvPr id="1239" name="Google Shape;1239;p35"/>
          <p:cNvPicPr preferRelativeResize="0"/>
          <p:nvPr/>
        </p:nvPicPr>
        <p:blipFill rotWithShape="1">
          <a:blip r:embed="rId3">
            <a:alphaModFix/>
          </a:blip>
          <a:srcRect l="25538" t="7152" r="23468" b="5838"/>
          <a:stretch/>
        </p:blipFill>
        <p:spPr>
          <a:xfrm>
            <a:off x="5198299" y="70850"/>
            <a:ext cx="1920000" cy="1842726"/>
          </a:xfrm>
          <a:prstGeom prst="rect">
            <a:avLst/>
          </a:prstGeom>
          <a:noFill/>
          <a:ln>
            <a:noFill/>
          </a:ln>
        </p:spPr>
      </p:pic>
      <p:pic>
        <p:nvPicPr>
          <p:cNvPr id="1240" name="Google Shape;1240;p35"/>
          <p:cNvPicPr preferRelativeResize="0"/>
          <p:nvPr/>
        </p:nvPicPr>
        <p:blipFill rotWithShape="1">
          <a:blip r:embed="rId4">
            <a:alphaModFix/>
          </a:blip>
          <a:srcRect l="22010" r="18456"/>
          <a:stretch/>
        </p:blipFill>
        <p:spPr>
          <a:xfrm rot="-1020085">
            <a:off x="7029503" y="3396240"/>
            <a:ext cx="1187445" cy="1121928"/>
          </a:xfrm>
          <a:prstGeom prst="rect">
            <a:avLst/>
          </a:prstGeom>
          <a:noFill/>
          <a:ln>
            <a:noFill/>
          </a:ln>
        </p:spPr>
      </p:pic>
      <p:grpSp>
        <p:nvGrpSpPr>
          <p:cNvPr id="1241" name="Google Shape;1241;p35"/>
          <p:cNvGrpSpPr/>
          <p:nvPr/>
        </p:nvGrpSpPr>
        <p:grpSpPr>
          <a:xfrm>
            <a:off x="7905475" y="1913575"/>
            <a:ext cx="76825" cy="76800"/>
            <a:chOff x="3104875" y="1099400"/>
            <a:chExt cx="76825" cy="76800"/>
          </a:xfrm>
        </p:grpSpPr>
        <p:sp>
          <p:nvSpPr>
            <p:cNvPr id="1242" name="Google Shape;1242;p35"/>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5"/>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4" name="Google Shape;1244;p35"/>
          <p:cNvGrpSpPr/>
          <p:nvPr/>
        </p:nvGrpSpPr>
        <p:grpSpPr>
          <a:xfrm>
            <a:off x="4400275" y="699350"/>
            <a:ext cx="76825" cy="76800"/>
            <a:chOff x="3104875" y="1099400"/>
            <a:chExt cx="76825" cy="76800"/>
          </a:xfrm>
        </p:grpSpPr>
        <p:sp>
          <p:nvSpPr>
            <p:cNvPr id="1245" name="Google Shape;1245;p35"/>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5"/>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7" name="Google Shape;1247;p35"/>
          <p:cNvPicPr preferRelativeResize="0"/>
          <p:nvPr/>
        </p:nvPicPr>
        <p:blipFill rotWithShape="1">
          <a:blip r:embed="rId5">
            <a:alphaModFix/>
          </a:blip>
          <a:srcRect l="18647" t="7960" r="8852" b="8337"/>
          <a:stretch/>
        </p:blipFill>
        <p:spPr>
          <a:xfrm rot="-1152297">
            <a:off x="6577050" y="457137"/>
            <a:ext cx="1647827" cy="1070150"/>
          </a:xfrm>
          <a:prstGeom prst="rect">
            <a:avLst/>
          </a:prstGeom>
          <a:noFill/>
          <a:ln>
            <a:noFill/>
          </a:ln>
        </p:spPr>
      </p:pic>
      <p:sp>
        <p:nvSpPr>
          <p:cNvPr id="1248" name="Google Shape;1248;p35"/>
          <p:cNvSpPr txBox="1">
            <a:spLocks noGrp="1"/>
          </p:cNvSpPr>
          <p:nvPr>
            <p:ph type="ctrTitle"/>
          </p:nvPr>
        </p:nvSpPr>
        <p:spPr>
          <a:xfrm>
            <a:off x="713225" y="1256688"/>
            <a:ext cx="7033800" cy="2193000"/>
          </a:xfrm>
          <a:prstGeom prst="rect">
            <a:avLst/>
          </a:prstGeom>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US" sz="5400" b="1" dirty="0" err="1">
                <a:latin typeface="Montserrat"/>
                <a:ea typeface="Montserrat"/>
                <a:cs typeface="Montserrat"/>
                <a:sym typeface="Montserrat"/>
              </a:rPr>
              <a:t>CodeCraft</a:t>
            </a:r>
            <a:endParaRPr sz="5400" b="1" dirty="0">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275" name="Google Shape;1275;p37"/>
          <p:cNvSpPr txBox="1">
            <a:spLocks noGrp="1"/>
          </p:cNvSpPr>
          <p:nvPr>
            <p:ph type="title" idx="2"/>
          </p:nvPr>
        </p:nvSpPr>
        <p:spPr>
          <a:xfrm>
            <a:off x="890575" y="1520950"/>
            <a:ext cx="976800" cy="48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276" name="Google Shape;1276;p37"/>
          <p:cNvSpPr txBox="1">
            <a:spLocks noGrp="1"/>
          </p:cNvSpPr>
          <p:nvPr>
            <p:ph type="subTitle" idx="3"/>
          </p:nvPr>
        </p:nvSpPr>
        <p:spPr>
          <a:xfrm>
            <a:off x="1954644" y="1520950"/>
            <a:ext cx="3742800" cy="4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Team Members</a:t>
            </a:r>
            <a:endParaRPr dirty="0"/>
          </a:p>
        </p:txBody>
      </p:sp>
      <p:sp>
        <p:nvSpPr>
          <p:cNvPr id="1278" name="Google Shape;1278;p37"/>
          <p:cNvSpPr txBox="1">
            <a:spLocks noGrp="1"/>
          </p:cNvSpPr>
          <p:nvPr>
            <p:ph type="title" idx="5"/>
          </p:nvPr>
        </p:nvSpPr>
        <p:spPr>
          <a:xfrm>
            <a:off x="890575" y="2154035"/>
            <a:ext cx="976800" cy="48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279" name="Google Shape;1279;p37"/>
          <p:cNvSpPr txBox="1">
            <a:spLocks noGrp="1"/>
          </p:cNvSpPr>
          <p:nvPr>
            <p:ph type="subTitle" idx="6"/>
          </p:nvPr>
        </p:nvSpPr>
        <p:spPr>
          <a:xfrm>
            <a:off x="1954644" y="2154035"/>
            <a:ext cx="3742800" cy="4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Idea of the app</a:t>
            </a:r>
            <a:endParaRPr dirty="0"/>
          </a:p>
        </p:txBody>
      </p:sp>
      <p:sp>
        <p:nvSpPr>
          <p:cNvPr id="1281" name="Google Shape;1281;p37"/>
          <p:cNvSpPr txBox="1">
            <a:spLocks noGrp="1"/>
          </p:cNvSpPr>
          <p:nvPr>
            <p:ph type="title" idx="8"/>
          </p:nvPr>
        </p:nvSpPr>
        <p:spPr>
          <a:xfrm>
            <a:off x="890575" y="2787120"/>
            <a:ext cx="976800" cy="48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282" name="Google Shape;1282;p37"/>
          <p:cNvSpPr txBox="1">
            <a:spLocks noGrp="1"/>
          </p:cNvSpPr>
          <p:nvPr>
            <p:ph type="subTitle" idx="9"/>
          </p:nvPr>
        </p:nvSpPr>
        <p:spPr>
          <a:xfrm>
            <a:off x="1954644" y="2787120"/>
            <a:ext cx="3742800" cy="4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Stages of Working</a:t>
            </a:r>
            <a:endParaRPr dirty="0"/>
          </a:p>
        </p:txBody>
      </p:sp>
      <p:sp>
        <p:nvSpPr>
          <p:cNvPr id="1284" name="Google Shape;1284;p37"/>
          <p:cNvSpPr txBox="1">
            <a:spLocks noGrp="1"/>
          </p:cNvSpPr>
          <p:nvPr>
            <p:ph type="title" idx="14"/>
          </p:nvPr>
        </p:nvSpPr>
        <p:spPr>
          <a:xfrm>
            <a:off x="890575" y="3420205"/>
            <a:ext cx="976800" cy="48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285" name="Google Shape;1285;p37"/>
          <p:cNvSpPr txBox="1">
            <a:spLocks noGrp="1"/>
          </p:cNvSpPr>
          <p:nvPr>
            <p:ph type="subTitle" idx="15"/>
          </p:nvPr>
        </p:nvSpPr>
        <p:spPr>
          <a:xfrm>
            <a:off x="1954644" y="3420205"/>
            <a:ext cx="3742800" cy="4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Technologies used</a:t>
            </a:r>
            <a:endParaRPr dirty="0"/>
          </a:p>
        </p:txBody>
      </p:sp>
      <p:grpSp>
        <p:nvGrpSpPr>
          <p:cNvPr id="1289" name="Google Shape;1289;p37"/>
          <p:cNvGrpSpPr/>
          <p:nvPr/>
        </p:nvGrpSpPr>
        <p:grpSpPr>
          <a:xfrm>
            <a:off x="7429225" y="1024425"/>
            <a:ext cx="76825" cy="76800"/>
            <a:chOff x="3104875" y="1099400"/>
            <a:chExt cx="76825" cy="76800"/>
          </a:xfrm>
        </p:grpSpPr>
        <p:sp>
          <p:nvSpPr>
            <p:cNvPr id="1290" name="Google Shape;1290;p37"/>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7"/>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2" name="Google Shape;1292;p37"/>
          <p:cNvGrpSpPr/>
          <p:nvPr/>
        </p:nvGrpSpPr>
        <p:grpSpPr>
          <a:xfrm>
            <a:off x="1469800" y="605875"/>
            <a:ext cx="76825" cy="76800"/>
            <a:chOff x="3104875" y="1099400"/>
            <a:chExt cx="76825" cy="76800"/>
          </a:xfrm>
        </p:grpSpPr>
        <p:sp>
          <p:nvSpPr>
            <p:cNvPr id="1293" name="Google Shape;1293;p37"/>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7"/>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95" name="Google Shape;1295;p37"/>
          <p:cNvPicPr preferRelativeResize="0"/>
          <p:nvPr/>
        </p:nvPicPr>
        <p:blipFill rotWithShape="1">
          <a:blip r:embed="rId3">
            <a:alphaModFix/>
          </a:blip>
          <a:srcRect l="18647" t="7960" r="8852" b="8337"/>
          <a:stretch/>
        </p:blipFill>
        <p:spPr>
          <a:xfrm rot="-9296825">
            <a:off x="7261373" y="109212"/>
            <a:ext cx="1647828" cy="1070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40"/>
          <p:cNvSpPr txBox="1">
            <a:spLocks noGrp="1"/>
          </p:cNvSpPr>
          <p:nvPr>
            <p:ph type="title" idx="2"/>
          </p:nvPr>
        </p:nvSpPr>
        <p:spPr>
          <a:xfrm>
            <a:off x="720000" y="1496250"/>
            <a:ext cx="1381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pic>
        <p:nvPicPr>
          <p:cNvPr id="1385" name="Google Shape;1385;p40"/>
          <p:cNvPicPr preferRelativeResize="0"/>
          <p:nvPr/>
        </p:nvPicPr>
        <p:blipFill rotWithShape="1">
          <a:blip r:embed="rId3">
            <a:alphaModFix/>
          </a:blip>
          <a:srcRect l="24332" t="5722" r="23343" b="4592"/>
          <a:stretch/>
        </p:blipFill>
        <p:spPr>
          <a:xfrm rot="2268302">
            <a:off x="7040137" y="2719387"/>
            <a:ext cx="1857374" cy="1790699"/>
          </a:xfrm>
          <a:prstGeom prst="rect">
            <a:avLst/>
          </a:prstGeom>
          <a:noFill/>
          <a:ln>
            <a:noFill/>
          </a:ln>
        </p:spPr>
      </p:pic>
      <p:pic>
        <p:nvPicPr>
          <p:cNvPr id="1386" name="Google Shape;1386;p40"/>
          <p:cNvPicPr preferRelativeResize="0"/>
          <p:nvPr/>
        </p:nvPicPr>
        <p:blipFill rotWithShape="1">
          <a:blip r:embed="rId4">
            <a:alphaModFix/>
          </a:blip>
          <a:srcRect l="18647" t="7960" r="8852" b="8337"/>
          <a:stretch/>
        </p:blipFill>
        <p:spPr>
          <a:xfrm rot="-1406513">
            <a:off x="6447085" y="3651950"/>
            <a:ext cx="1175233" cy="763227"/>
          </a:xfrm>
          <a:prstGeom prst="rect">
            <a:avLst/>
          </a:prstGeom>
          <a:noFill/>
          <a:ln>
            <a:noFill/>
          </a:ln>
        </p:spPr>
      </p:pic>
      <p:pic>
        <p:nvPicPr>
          <p:cNvPr id="1387" name="Google Shape;1387;p40"/>
          <p:cNvPicPr preferRelativeResize="0"/>
          <p:nvPr/>
        </p:nvPicPr>
        <p:blipFill rotWithShape="1">
          <a:blip r:embed="rId5">
            <a:alphaModFix/>
          </a:blip>
          <a:srcRect l="25538" t="7152" r="23468" b="5838"/>
          <a:stretch/>
        </p:blipFill>
        <p:spPr>
          <a:xfrm>
            <a:off x="6035249" y="251825"/>
            <a:ext cx="1920000" cy="1842726"/>
          </a:xfrm>
          <a:prstGeom prst="rect">
            <a:avLst/>
          </a:prstGeom>
          <a:noFill/>
          <a:ln>
            <a:noFill/>
          </a:ln>
        </p:spPr>
      </p:pic>
      <p:pic>
        <p:nvPicPr>
          <p:cNvPr id="1388" name="Google Shape;1388;p40"/>
          <p:cNvPicPr preferRelativeResize="0"/>
          <p:nvPr/>
        </p:nvPicPr>
        <p:blipFill rotWithShape="1">
          <a:blip r:embed="rId6">
            <a:alphaModFix/>
          </a:blip>
          <a:srcRect l="15237" r="10475"/>
          <a:stretch/>
        </p:blipFill>
        <p:spPr>
          <a:xfrm rot="1220421">
            <a:off x="4940349" y="553959"/>
            <a:ext cx="1552575" cy="1390851"/>
          </a:xfrm>
          <a:prstGeom prst="rect">
            <a:avLst/>
          </a:prstGeom>
          <a:noFill/>
          <a:ln>
            <a:noFill/>
          </a:ln>
        </p:spPr>
      </p:pic>
      <p:sp>
        <p:nvSpPr>
          <p:cNvPr id="1389" name="Google Shape;1389;p40"/>
          <p:cNvSpPr txBox="1">
            <a:spLocks noGrp="1"/>
          </p:cNvSpPr>
          <p:nvPr>
            <p:ph type="title"/>
          </p:nvPr>
        </p:nvSpPr>
        <p:spPr>
          <a:xfrm>
            <a:off x="720000" y="2384238"/>
            <a:ext cx="7351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TEAM MEMBERS</a:t>
            </a:r>
            <a:endParaRPr dirty="0"/>
          </a:p>
        </p:txBody>
      </p:sp>
      <p:grpSp>
        <p:nvGrpSpPr>
          <p:cNvPr id="1390" name="Google Shape;1390;p40"/>
          <p:cNvGrpSpPr/>
          <p:nvPr/>
        </p:nvGrpSpPr>
        <p:grpSpPr>
          <a:xfrm>
            <a:off x="8219800" y="2094550"/>
            <a:ext cx="76825" cy="76800"/>
            <a:chOff x="3104875" y="1099400"/>
            <a:chExt cx="76825" cy="76800"/>
          </a:xfrm>
        </p:grpSpPr>
        <p:sp>
          <p:nvSpPr>
            <p:cNvPr id="1391" name="Google Shape;1391;p4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40"/>
          <p:cNvGrpSpPr/>
          <p:nvPr/>
        </p:nvGrpSpPr>
        <p:grpSpPr>
          <a:xfrm rot="1891135">
            <a:off x="4266962" y="4210993"/>
            <a:ext cx="76828" cy="76803"/>
            <a:chOff x="3104875" y="1099400"/>
            <a:chExt cx="76825" cy="76800"/>
          </a:xfrm>
        </p:grpSpPr>
        <p:sp>
          <p:nvSpPr>
            <p:cNvPr id="1394" name="Google Shape;1394;p4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40"/>
          <p:cNvGrpSpPr/>
          <p:nvPr/>
        </p:nvGrpSpPr>
        <p:grpSpPr>
          <a:xfrm>
            <a:off x="2400025" y="1210988"/>
            <a:ext cx="76825" cy="76800"/>
            <a:chOff x="3104875" y="1099400"/>
            <a:chExt cx="76825" cy="76800"/>
          </a:xfrm>
        </p:grpSpPr>
        <p:sp>
          <p:nvSpPr>
            <p:cNvPr id="1397" name="Google Shape;1397;p4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40"/>
          <p:cNvPicPr preferRelativeResize="0"/>
          <p:nvPr/>
        </p:nvPicPr>
        <p:blipFill rotWithShape="1">
          <a:blip r:embed="rId7">
            <a:alphaModFix/>
          </a:blip>
          <a:srcRect l="22010" r="18456"/>
          <a:stretch/>
        </p:blipFill>
        <p:spPr>
          <a:xfrm rot="1203247">
            <a:off x="1616204" y="3965720"/>
            <a:ext cx="903665" cy="8538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pic>
        <p:nvPicPr>
          <p:cNvPr id="1026" name="Picture 2" descr="Картина, която съдържа човек, Човешко лице, дрехи, Брадичка&#10;&#10;Генерираното от ИИ съдържание може да е неправилно.">
            <a:extLst>
              <a:ext uri="{FF2B5EF4-FFF2-40B4-BE49-F238E27FC236}">
                <a16:creationId xmlns:a16="http://schemas.microsoft.com/office/drawing/2014/main" id="{6E2E9E4F-F737-7775-FB1D-51281CD223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106" y="1101598"/>
            <a:ext cx="1553988" cy="15650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92793AB-367E-B838-EEAE-28FEA7C8C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4913" y="1107154"/>
            <a:ext cx="1553989" cy="155398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1A5B793-3D2F-59CB-502C-8962F21804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106" y="3294310"/>
            <a:ext cx="1553990" cy="15539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Картина, която съдържа човек, Човешко лице, дрехи, усмивка&#10;&#10;Генерираното от ИИ съдържание може да е неправилно.">
            <a:extLst>
              <a:ext uri="{FF2B5EF4-FFF2-40B4-BE49-F238E27FC236}">
                <a16:creationId xmlns:a16="http://schemas.microsoft.com/office/drawing/2014/main" id="{C3B7E84F-975B-7539-E317-A733390120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41627" y="3294310"/>
            <a:ext cx="1547275" cy="155399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276;p37">
            <a:extLst>
              <a:ext uri="{FF2B5EF4-FFF2-40B4-BE49-F238E27FC236}">
                <a16:creationId xmlns:a16="http://schemas.microsoft.com/office/drawing/2014/main" id="{677B6789-85C1-CC39-9530-891C89F18B82}"/>
              </a:ext>
            </a:extLst>
          </p:cNvPr>
          <p:cNvSpPr txBox="1">
            <a:spLocks/>
          </p:cNvSpPr>
          <p:nvPr/>
        </p:nvSpPr>
        <p:spPr>
          <a:xfrm>
            <a:off x="1178106" y="244200"/>
            <a:ext cx="3742800" cy="484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Montserrat Black" panose="00000A00000000000000" pitchFamily="2" charset="-52"/>
              </a:rPr>
              <a:t>Team Members</a:t>
            </a:r>
          </a:p>
        </p:txBody>
      </p:sp>
      <p:sp>
        <p:nvSpPr>
          <p:cNvPr id="8" name="Google Shape;197;p32">
            <a:extLst>
              <a:ext uri="{FF2B5EF4-FFF2-40B4-BE49-F238E27FC236}">
                <a16:creationId xmlns:a16="http://schemas.microsoft.com/office/drawing/2014/main" id="{E6760644-505C-DA90-8217-451C8A9CFEFF}"/>
              </a:ext>
            </a:extLst>
          </p:cNvPr>
          <p:cNvSpPr txBox="1">
            <a:spLocks/>
          </p:cNvSpPr>
          <p:nvPr/>
        </p:nvSpPr>
        <p:spPr>
          <a:xfrm>
            <a:off x="2516094" y="1093669"/>
            <a:ext cx="2184231" cy="443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800" dirty="0">
                <a:solidFill>
                  <a:schemeClr val="tx1"/>
                </a:solidFill>
              </a:rPr>
              <a:t>Ivaylo Georgiev</a:t>
            </a:r>
          </a:p>
        </p:txBody>
      </p:sp>
      <p:sp>
        <p:nvSpPr>
          <p:cNvPr id="9" name="Google Shape;197;p32">
            <a:extLst>
              <a:ext uri="{FF2B5EF4-FFF2-40B4-BE49-F238E27FC236}">
                <a16:creationId xmlns:a16="http://schemas.microsoft.com/office/drawing/2014/main" id="{F9F2E2EB-1467-0820-072E-7FB333918154}"/>
              </a:ext>
            </a:extLst>
          </p:cNvPr>
          <p:cNvSpPr txBox="1">
            <a:spLocks/>
          </p:cNvSpPr>
          <p:nvPr/>
        </p:nvSpPr>
        <p:spPr>
          <a:xfrm>
            <a:off x="2516094" y="1387377"/>
            <a:ext cx="1463455" cy="316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400" dirty="0">
                <a:solidFill>
                  <a:schemeClr val="tx1"/>
                </a:solidFill>
              </a:rPr>
              <a:t>Scrum Trainer</a:t>
            </a:r>
          </a:p>
        </p:txBody>
      </p:sp>
      <p:sp>
        <p:nvSpPr>
          <p:cNvPr id="10" name="Google Shape;197;p32">
            <a:extLst>
              <a:ext uri="{FF2B5EF4-FFF2-40B4-BE49-F238E27FC236}">
                <a16:creationId xmlns:a16="http://schemas.microsoft.com/office/drawing/2014/main" id="{85C9850B-26CA-ADFE-0E30-9DE4202EE2F3}"/>
              </a:ext>
            </a:extLst>
          </p:cNvPr>
          <p:cNvSpPr txBox="1">
            <a:spLocks/>
          </p:cNvSpPr>
          <p:nvPr/>
        </p:nvSpPr>
        <p:spPr>
          <a:xfrm>
            <a:off x="7188902" y="1101598"/>
            <a:ext cx="2014375" cy="443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800" dirty="0">
                <a:solidFill>
                  <a:schemeClr val="tx1"/>
                </a:solidFill>
              </a:rPr>
              <a:t>Toma Ivanov</a:t>
            </a:r>
          </a:p>
        </p:txBody>
      </p:sp>
      <p:sp>
        <p:nvSpPr>
          <p:cNvPr id="11" name="Google Shape;197;p32">
            <a:extLst>
              <a:ext uri="{FF2B5EF4-FFF2-40B4-BE49-F238E27FC236}">
                <a16:creationId xmlns:a16="http://schemas.microsoft.com/office/drawing/2014/main" id="{474F3A3E-8AB8-374C-6FC0-F8F1D9046C85}"/>
              </a:ext>
            </a:extLst>
          </p:cNvPr>
          <p:cNvSpPr txBox="1">
            <a:spLocks/>
          </p:cNvSpPr>
          <p:nvPr/>
        </p:nvSpPr>
        <p:spPr>
          <a:xfrm>
            <a:off x="7188902" y="1411146"/>
            <a:ext cx="1894868" cy="316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400" dirty="0">
                <a:solidFill>
                  <a:schemeClr val="tx1"/>
                </a:solidFill>
              </a:rPr>
              <a:t>Frontend Developer</a:t>
            </a:r>
          </a:p>
        </p:txBody>
      </p:sp>
      <p:sp>
        <p:nvSpPr>
          <p:cNvPr id="12" name="Google Shape;197;p32">
            <a:extLst>
              <a:ext uri="{FF2B5EF4-FFF2-40B4-BE49-F238E27FC236}">
                <a16:creationId xmlns:a16="http://schemas.microsoft.com/office/drawing/2014/main" id="{5E5C608D-3C1D-F71E-A121-FD1F3F265DF9}"/>
              </a:ext>
            </a:extLst>
          </p:cNvPr>
          <p:cNvSpPr txBox="1">
            <a:spLocks/>
          </p:cNvSpPr>
          <p:nvPr/>
        </p:nvSpPr>
        <p:spPr>
          <a:xfrm>
            <a:off x="2516094" y="3294310"/>
            <a:ext cx="2702631" cy="443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800" dirty="0">
                <a:solidFill>
                  <a:schemeClr val="tx1"/>
                </a:solidFill>
              </a:rPr>
              <a:t>Dimitur </a:t>
            </a:r>
            <a:r>
              <a:rPr lang="en-US" sz="1800" dirty="0" err="1">
                <a:solidFill>
                  <a:schemeClr val="tx1"/>
                </a:solidFill>
              </a:rPr>
              <a:t>Bornusuzov</a:t>
            </a:r>
            <a:endParaRPr lang="en-US" sz="1800" dirty="0">
              <a:solidFill>
                <a:schemeClr val="tx1"/>
              </a:solidFill>
            </a:endParaRPr>
          </a:p>
        </p:txBody>
      </p:sp>
      <p:sp>
        <p:nvSpPr>
          <p:cNvPr id="13" name="Google Shape;197;p32">
            <a:extLst>
              <a:ext uri="{FF2B5EF4-FFF2-40B4-BE49-F238E27FC236}">
                <a16:creationId xmlns:a16="http://schemas.microsoft.com/office/drawing/2014/main" id="{6FB544B2-2A72-CF4D-D191-A5B63FA77866}"/>
              </a:ext>
            </a:extLst>
          </p:cNvPr>
          <p:cNvSpPr txBox="1">
            <a:spLocks/>
          </p:cNvSpPr>
          <p:nvPr/>
        </p:nvSpPr>
        <p:spPr>
          <a:xfrm>
            <a:off x="2516094" y="3583653"/>
            <a:ext cx="1868568" cy="316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pPr>
            <a:r>
              <a:rPr lang="en-US" sz="1400" dirty="0">
                <a:solidFill>
                  <a:schemeClr val="tx1"/>
                </a:solidFill>
              </a:rPr>
              <a:t>Backend Developer</a:t>
            </a:r>
          </a:p>
        </p:txBody>
      </p:sp>
      <p:sp>
        <p:nvSpPr>
          <p:cNvPr id="14" name="Google Shape;197;p32">
            <a:extLst>
              <a:ext uri="{FF2B5EF4-FFF2-40B4-BE49-F238E27FC236}">
                <a16:creationId xmlns:a16="http://schemas.microsoft.com/office/drawing/2014/main" id="{3F86DE03-A968-A285-411A-27A5B0D91BCA}"/>
              </a:ext>
            </a:extLst>
          </p:cNvPr>
          <p:cNvSpPr txBox="1">
            <a:spLocks/>
          </p:cNvSpPr>
          <p:nvPr/>
        </p:nvSpPr>
        <p:spPr>
          <a:xfrm>
            <a:off x="7188902" y="3270541"/>
            <a:ext cx="2201250" cy="443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buFont typeface="Arial"/>
              <a:buNone/>
            </a:pPr>
            <a:r>
              <a:rPr lang="en-US" sz="1800" dirty="0">
                <a:solidFill>
                  <a:schemeClr val="tx1"/>
                </a:solidFill>
              </a:rPr>
              <a:t>Ioan-Aleksandur Georgiev</a:t>
            </a:r>
          </a:p>
        </p:txBody>
      </p:sp>
      <p:sp>
        <p:nvSpPr>
          <p:cNvPr id="15" name="Google Shape;197;p32">
            <a:extLst>
              <a:ext uri="{FF2B5EF4-FFF2-40B4-BE49-F238E27FC236}">
                <a16:creationId xmlns:a16="http://schemas.microsoft.com/office/drawing/2014/main" id="{43FECD76-E29B-321A-8EA7-9595FD7CCC07}"/>
              </a:ext>
            </a:extLst>
          </p:cNvPr>
          <p:cNvSpPr txBox="1">
            <a:spLocks/>
          </p:cNvSpPr>
          <p:nvPr/>
        </p:nvSpPr>
        <p:spPr>
          <a:xfrm>
            <a:off x="7188902" y="3872462"/>
            <a:ext cx="1855650" cy="316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1pPr>
            <a:lvl2pPr marR="0" lvl="1"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2pPr>
            <a:lvl3pPr marR="0" lvl="2"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3pPr>
            <a:lvl4pPr marR="0" lvl="3"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4pPr>
            <a:lvl5pPr marR="0" lvl="4"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5pPr>
            <a:lvl6pPr marR="0" lvl="5"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6pPr>
            <a:lvl7pPr marR="0" lvl="6"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7pPr>
            <a:lvl8pPr marR="0" lvl="7"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8pPr>
            <a:lvl9pPr marR="0" lvl="8" algn="l" rtl="0">
              <a:lnSpc>
                <a:spcPct val="100000"/>
              </a:lnSpc>
              <a:spcBef>
                <a:spcPts val="0"/>
              </a:spcBef>
              <a:spcAft>
                <a:spcPts val="0"/>
              </a:spcAft>
              <a:buClr>
                <a:schemeClr val="lt1"/>
              </a:buClr>
              <a:buSzPts val="3100"/>
              <a:buFont typeface="Azeret Mono"/>
              <a:buNone/>
              <a:defRPr sz="3100" b="0" i="0" u="none" strike="noStrike" cap="none">
                <a:solidFill>
                  <a:schemeClr val="lt1"/>
                </a:solidFill>
                <a:latin typeface="Azeret Mono"/>
                <a:ea typeface="Azeret Mono"/>
                <a:cs typeface="Azeret Mono"/>
                <a:sym typeface="Azeret Mono"/>
              </a:defRPr>
            </a:lvl9pPr>
          </a:lstStyle>
          <a:p>
            <a:pPr>
              <a:buClr>
                <a:schemeClr val="dk1"/>
              </a:buClr>
              <a:buSzPts val="1100"/>
            </a:pPr>
            <a:r>
              <a:rPr lang="en-US" sz="1400" dirty="0">
                <a:solidFill>
                  <a:schemeClr val="tx1"/>
                </a:solidFill>
              </a:rPr>
              <a:t>Backend Developer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2">
          <a:extLst>
            <a:ext uri="{FF2B5EF4-FFF2-40B4-BE49-F238E27FC236}">
              <a16:creationId xmlns:a16="http://schemas.microsoft.com/office/drawing/2014/main" id="{A77021AD-638E-7D34-4916-F7AEA8E7621B}"/>
            </a:ext>
          </a:extLst>
        </p:cNvPr>
        <p:cNvGrpSpPr/>
        <p:nvPr/>
      </p:nvGrpSpPr>
      <p:grpSpPr>
        <a:xfrm>
          <a:off x="0" y="0"/>
          <a:ext cx="0" cy="0"/>
          <a:chOff x="0" y="0"/>
          <a:chExt cx="0" cy="0"/>
        </a:xfrm>
      </p:grpSpPr>
      <p:sp>
        <p:nvSpPr>
          <p:cNvPr id="1383" name="Google Shape;1383;p40">
            <a:extLst>
              <a:ext uri="{FF2B5EF4-FFF2-40B4-BE49-F238E27FC236}">
                <a16:creationId xmlns:a16="http://schemas.microsoft.com/office/drawing/2014/main" id="{6C6ABBCA-2409-504E-DAE5-938E1A2E0AE6}"/>
              </a:ext>
            </a:extLst>
          </p:cNvPr>
          <p:cNvSpPr txBox="1">
            <a:spLocks noGrp="1"/>
          </p:cNvSpPr>
          <p:nvPr>
            <p:ph type="title" idx="2"/>
          </p:nvPr>
        </p:nvSpPr>
        <p:spPr>
          <a:xfrm>
            <a:off x="720000" y="1496250"/>
            <a:ext cx="1381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pic>
        <p:nvPicPr>
          <p:cNvPr id="1385" name="Google Shape;1385;p40">
            <a:extLst>
              <a:ext uri="{FF2B5EF4-FFF2-40B4-BE49-F238E27FC236}">
                <a16:creationId xmlns:a16="http://schemas.microsoft.com/office/drawing/2014/main" id="{9D84FCAF-C351-C548-4DF8-9B0303FED239}"/>
              </a:ext>
            </a:extLst>
          </p:cNvPr>
          <p:cNvPicPr preferRelativeResize="0"/>
          <p:nvPr/>
        </p:nvPicPr>
        <p:blipFill rotWithShape="1">
          <a:blip r:embed="rId3">
            <a:alphaModFix/>
          </a:blip>
          <a:srcRect l="24332" t="5722" r="23343" b="4592"/>
          <a:stretch/>
        </p:blipFill>
        <p:spPr>
          <a:xfrm rot="2268302">
            <a:off x="7040137" y="2719387"/>
            <a:ext cx="1857374" cy="1790699"/>
          </a:xfrm>
          <a:prstGeom prst="rect">
            <a:avLst/>
          </a:prstGeom>
          <a:noFill/>
          <a:ln>
            <a:noFill/>
          </a:ln>
        </p:spPr>
      </p:pic>
      <p:pic>
        <p:nvPicPr>
          <p:cNvPr id="1386" name="Google Shape;1386;p40">
            <a:extLst>
              <a:ext uri="{FF2B5EF4-FFF2-40B4-BE49-F238E27FC236}">
                <a16:creationId xmlns:a16="http://schemas.microsoft.com/office/drawing/2014/main" id="{B78FD0D7-EC6D-05C9-0DB4-4C9FA5D9C8AE}"/>
              </a:ext>
            </a:extLst>
          </p:cNvPr>
          <p:cNvPicPr preferRelativeResize="0"/>
          <p:nvPr/>
        </p:nvPicPr>
        <p:blipFill rotWithShape="1">
          <a:blip r:embed="rId4">
            <a:alphaModFix/>
          </a:blip>
          <a:srcRect l="18647" t="7960" r="8852" b="8337"/>
          <a:stretch/>
        </p:blipFill>
        <p:spPr>
          <a:xfrm rot="-1406513">
            <a:off x="6447085" y="3651950"/>
            <a:ext cx="1175233" cy="763227"/>
          </a:xfrm>
          <a:prstGeom prst="rect">
            <a:avLst/>
          </a:prstGeom>
          <a:noFill/>
          <a:ln>
            <a:noFill/>
          </a:ln>
        </p:spPr>
      </p:pic>
      <p:pic>
        <p:nvPicPr>
          <p:cNvPr id="1387" name="Google Shape;1387;p40">
            <a:extLst>
              <a:ext uri="{FF2B5EF4-FFF2-40B4-BE49-F238E27FC236}">
                <a16:creationId xmlns:a16="http://schemas.microsoft.com/office/drawing/2014/main" id="{E74651AD-18EA-B661-E37E-46458AAC8597}"/>
              </a:ext>
            </a:extLst>
          </p:cNvPr>
          <p:cNvPicPr preferRelativeResize="0"/>
          <p:nvPr/>
        </p:nvPicPr>
        <p:blipFill rotWithShape="1">
          <a:blip r:embed="rId5">
            <a:alphaModFix/>
          </a:blip>
          <a:srcRect l="25538" t="7152" r="23468" b="5838"/>
          <a:stretch/>
        </p:blipFill>
        <p:spPr>
          <a:xfrm>
            <a:off x="6035249" y="251825"/>
            <a:ext cx="1920000" cy="1842726"/>
          </a:xfrm>
          <a:prstGeom prst="rect">
            <a:avLst/>
          </a:prstGeom>
          <a:noFill/>
          <a:ln>
            <a:noFill/>
          </a:ln>
        </p:spPr>
      </p:pic>
      <p:pic>
        <p:nvPicPr>
          <p:cNvPr id="1388" name="Google Shape;1388;p40">
            <a:extLst>
              <a:ext uri="{FF2B5EF4-FFF2-40B4-BE49-F238E27FC236}">
                <a16:creationId xmlns:a16="http://schemas.microsoft.com/office/drawing/2014/main" id="{C032ABB6-D241-B219-095B-51EBE463C876}"/>
              </a:ext>
            </a:extLst>
          </p:cNvPr>
          <p:cNvPicPr preferRelativeResize="0"/>
          <p:nvPr/>
        </p:nvPicPr>
        <p:blipFill rotWithShape="1">
          <a:blip r:embed="rId6">
            <a:alphaModFix/>
          </a:blip>
          <a:srcRect l="15237" r="10475"/>
          <a:stretch/>
        </p:blipFill>
        <p:spPr>
          <a:xfrm rot="1220421">
            <a:off x="4940349" y="553959"/>
            <a:ext cx="1552575" cy="1390851"/>
          </a:xfrm>
          <a:prstGeom prst="rect">
            <a:avLst/>
          </a:prstGeom>
          <a:noFill/>
          <a:ln>
            <a:noFill/>
          </a:ln>
        </p:spPr>
      </p:pic>
      <p:sp>
        <p:nvSpPr>
          <p:cNvPr id="1389" name="Google Shape;1389;p40">
            <a:extLst>
              <a:ext uri="{FF2B5EF4-FFF2-40B4-BE49-F238E27FC236}">
                <a16:creationId xmlns:a16="http://schemas.microsoft.com/office/drawing/2014/main" id="{CC7C95F5-D102-5BBE-EE79-F1AE7BCCF4F6}"/>
              </a:ext>
            </a:extLst>
          </p:cNvPr>
          <p:cNvSpPr txBox="1">
            <a:spLocks noGrp="1"/>
          </p:cNvSpPr>
          <p:nvPr>
            <p:ph type="title"/>
          </p:nvPr>
        </p:nvSpPr>
        <p:spPr>
          <a:xfrm>
            <a:off x="720000" y="2384238"/>
            <a:ext cx="7351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IDEA OF THE APP</a:t>
            </a:r>
            <a:endParaRPr dirty="0"/>
          </a:p>
        </p:txBody>
      </p:sp>
      <p:grpSp>
        <p:nvGrpSpPr>
          <p:cNvPr id="1390" name="Google Shape;1390;p40">
            <a:extLst>
              <a:ext uri="{FF2B5EF4-FFF2-40B4-BE49-F238E27FC236}">
                <a16:creationId xmlns:a16="http://schemas.microsoft.com/office/drawing/2014/main" id="{B59ED214-3CA5-0F9A-EEAB-CFE6AFEEB48A}"/>
              </a:ext>
            </a:extLst>
          </p:cNvPr>
          <p:cNvGrpSpPr/>
          <p:nvPr/>
        </p:nvGrpSpPr>
        <p:grpSpPr>
          <a:xfrm>
            <a:off x="8219800" y="2094550"/>
            <a:ext cx="76825" cy="76800"/>
            <a:chOff x="3104875" y="1099400"/>
            <a:chExt cx="76825" cy="76800"/>
          </a:xfrm>
        </p:grpSpPr>
        <p:sp>
          <p:nvSpPr>
            <p:cNvPr id="1391" name="Google Shape;1391;p40">
              <a:extLst>
                <a:ext uri="{FF2B5EF4-FFF2-40B4-BE49-F238E27FC236}">
                  <a16:creationId xmlns:a16="http://schemas.microsoft.com/office/drawing/2014/main" id="{C96CE992-F22F-4671-63BE-8A2DB3FF9AAB}"/>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a:extLst>
                <a:ext uri="{FF2B5EF4-FFF2-40B4-BE49-F238E27FC236}">
                  <a16:creationId xmlns:a16="http://schemas.microsoft.com/office/drawing/2014/main" id="{E0D4A90B-32D9-3B10-3D9B-A64E977BA66F}"/>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40">
            <a:extLst>
              <a:ext uri="{FF2B5EF4-FFF2-40B4-BE49-F238E27FC236}">
                <a16:creationId xmlns:a16="http://schemas.microsoft.com/office/drawing/2014/main" id="{72719B9A-1802-22B8-A16B-EF64F9032F3D}"/>
              </a:ext>
            </a:extLst>
          </p:cNvPr>
          <p:cNvGrpSpPr/>
          <p:nvPr/>
        </p:nvGrpSpPr>
        <p:grpSpPr>
          <a:xfrm rot="1891135">
            <a:off x="4266962" y="4210993"/>
            <a:ext cx="76828" cy="76803"/>
            <a:chOff x="3104875" y="1099400"/>
            <a:chExt cx="76825" cy="76800"/>
          </a:xfrm>
        </p:grpSpPr>
        <p:sp>
          <p:nvSpPr>
            <p:cNvPr id="1394" name="Google Shape;1394;p40">
              <a:extLst>
                <a:ext uri="{FF2B5EF4-FFF2-40B4-BE49-F238E27FC236}">
                  <a16:creationId xmlns:a16="http://schemas.microsoft.com/office/drawing/2014/main" id="{A131C139-3362-8F68-0601-5C53998481E5}"/>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a:extLst>
                <a:ext uri="{FF2B5EF4-FFF2-40B4-BE49-F238E27FC236}">
                  <a16:creationId xmlns:a16="http://schemas.microsoft.com/office/drawing/2014/main" id="{5D004367-8E94-C301-CF70-3A9928B19FEF}"/>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40">
            <a:extLst>
              <a:ext uri="{FF2B5EF4-FFF2-40B4-BE49-F238E27FC236}">
                <a16:creationId xmlns:a16="http://schemas.microsoft.com/office/drawing/2014/main" id="{A372155C-2652-6AF6-9E00-F24623F6786A}"/>
              </a:ext>
            </a:extLst>
          </p:cNvPr>
          <p:cNvGrpSpPr/>
          <p:nvPr/>
        </p:nvGrpSpPr>
        <p:grpSpPr>
          <a:xfrm>
            <a:off x="2400025" y="1210988"/>
            <a:ext cx="76825" cy="76800"/>
            <a:chOff x="3104875" y="1099400"/>
            <a:chExt cx="76825" cy="76800"/>
          </a:xfrm>
        </p:grpSpPr>
        <p:sp>
          <p:nvSpPr>
            <p:cNvPr id="1397" name="Google Shape;1397;p40">
              <a:extLst>
                <a:ext uri="{FF2B5EF4-FFF2-40B4-BE49-F238E27FC236}">
                  <a16:creationId xmlns:a16="http://schemas.microsoft.com/office/drawing/2014/main" id="{54DF7A6E-5E70-DD91-C0E0-F440B900938A}"/>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a:extLst>
                <a:ext uri="{FF2B5EF4-FFF2-40B4-BE49-F238E27FC236}">
                  <a16:creationId xmlns:a16="http://schemas.microsoft.com/office/drawing/2014/main" id="{2E875E8E-7FDE-2298-17C6-060A596BA92A}"/>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40">
            <a:extLst>
              <a:ext uri="{FF2B5EF4-FFF2-40B4-BE49-F238E27FC236}">
                <a16:creationId xmlns:a16="http://schemas.microsoft.com/office/drawing/2014/main" id="{F07BE3CC-6830-26C1-CEE0-3843E6A00884}"/>
              </a:ext>
            </a:extLst>
          </p:cNvPr>
          <p:cNvPicPr preferRelativeResize="0"/>
          <p:nvPr/>
        </p:nvPicPr>
        <p:blipFill rotWithShape="1">
          <a:blip r:embed="rId7">
            <a:alphaModFix/>
          </a:blip>
          <a:srcRect l="22010" r="18456"/>
          <a:stretch/>
        </p:blipFill>
        <p:spPr>
          <a:xfrm rot="1203247">
            <a:off x="1616204" y="3965720"/>
            <a:ext cx="903665" cy="853810"/>
          </a:xfrm>
          <a:prstGeom prst="rect">
            <a:avLst/>
          </a:prstGeom>
          <a:noFill/>
          <a:ln>
            <a:noFill/>
          </a:ln>
        </p:spPr>
      </p:pic>
    </p:spTree>
    <p:extLst>
      <p:ext uri="{BB962C8B-B14F-4D97-AF65-F5344CB8AC3E}">
        <p14:creationId xmlns:p14="http://schemas.microsoft.com/office/powerpoint/2010/main" val="3577917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43"/>
          <p:cNvSpPr txBox="1">
            <a:spLocks noGrp="1"/>
          </p:cNvSpPr>
          <p:nvPr>
            <p:ph type="title"/>
          </p:nvPr>
        </p:nvSpPr>
        <p:spPr>
          <a:xfrm>
            <a:off x="654245" y="304627"/>
            <a:ext cx="3534910" cy="572700"/>
          </a:xfrm>
          <a:prstGeom prst="rect">
            <a:avLst/>
          </a:prstGeom>
        </p:spPr>
        <p:txBody>
          <a:bodyPr spcFirstLastPara="1" wrap="square" lIns="91425" tIns="91425" rIns="91425" bIns="91425" anchor="t" anchorCtr="0">
            <a:noAutofit/>
          </a:bodyPr>
          <a:lstStyle/>
          <a:p>
            <a:pPr lvl="0" algn="l"/>
            <a:r>
              <a:rPr lang="en-US" dirty="0"/>
              <a:t>Idea of the app</a:t>
            </a:r>
          </a:p>
        </p:txBody>
      </p:sp>
      <p:grpSp>
        <p:nvGrpSpPr>
          <p:cNvPr id="1450" name="Google Shape;1450;p43"/>
          <p:cNvGrpSpPr/>
          <p:nvPr/>
        </p:nvGrpSpPr>
        <p:grpSpPr>
          <a:xfrm>
            <a:off x="7123225" y="1144988"/>
            <a:ext cx="76825" cy="76800"/>
            <a:chOff x="3104875" y="1099400"/>
            <a:chExt cx="76825" cy="76800"/>
          </a:xfrm>
        </p:grpSpPr>
        <p:sp>
          <p:nvSpPr>
            <p:cNvPr id="1451" name="Google Shape;1451;p43"/>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3"/>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3" name="Google Shape;1453;p43"/>
          <p:cNvGrpSpPr/>
          <p:nvPr/>
        </p:nvGrpSpPr>
        <p:grpSpPr>
          <a:xfrm>
            <a:off x="1062850" y="3623963"/>
            <a:ext cx="76825" cy="76800"/>
            <a:chOff x="3104875" y="1099400"/>
            <a:chExt cx="76825" cy="76800"/>
          </a:xfrm>
        </p:grpSpPr>
        <p:sp>
          <p:nvSpPr>
            <p:cNvPr id="1454" name="Google Shape;1454;p43"/>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3"/>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43"/>
          <p:cNvGrpSpPr/>
          <p:nvPr/>
        </p:nvGrpSpPr>
        <p:grpSpPr>
          <a:xfrm>
            <a:off x="1506350" y="1719463"/>
            <a:ext cx="76825" cy="76800"/>
            <a:chOff x="3104875" y="1099400"/>
            <a:chExt cx="76825" cy="76800"/>
          </a:xfrm>
        </p:grpSpPr>
        <p:sp>
          <p:nvSpPr>
            <p:cNvPr id="1457" name="Google Shape;1457;p43"/>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3"/>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59" name="Google Shape;1459;p43"/>
          <p:cNvPicPr preferRelativeResize="0"/>
          <p:nvPr/>
        </p:nvPicPr>
        <p:blipFill rotWithShape="1">
          <a:blip r:embed="rId3">
            <a:alphaModFix/>
          </a:blip>
          <a:srcRect l="15237" r="10475"/>
          <a:stretch/>
        </p:blipFill>
        <p:spPr>
          <a:xfrm rot="-5710310">
            <a:off x="7371788" y="1756612"/>
            <a:ext cx="1552574" cy="1390852"/>
          </a:xfrm>
          <a:prstGeom prst="rect">
            <a:avLst/>
          </a:prstGeom>
          <a:noFill/>
          <a:ln>
            <a:noFill/>
          </a:ln>
        </p:spPr>
      </p:pic>
      <p:pic>
        <p:nvPicPr>
          <p:cNvPr id="1460" name="Google Shape;1460;p43"/>
          <p:cNvPicPr preferRelativeResize="0"/>
          <p:nvPr/>
        </p:nvPicPr>
        <p:blipFill rotWithShape="1">
          <a:blip r:embed="rId4">
            <a:alphaModFix/>
          </a:blip>
          <a:srcRect l="22010" r="18456"/>
          <a:stretch/>
        </p:blipFill>
        <p:spPr>
          <a:xfrm rot="-8473750">
            <a:off x="511779" y="2063733"/>
            <a:ext cx="903665" cy="853809"/>
          </a:xfrm>
          <a:prstGeom prst="rect">
            <a:avLst/>
          </a:prstGeom>
          <a:noFill/>
          <a:ln>
            <a:noFill/>
          </a:ln>
        </p:spPr>
      </p:pic>
      <p:sp>
        <p:nvSpPr>
          <p:cNvPr id="11" name="Текстово поле 10">
            <a:extLst>
              <a:ext uri="{FF2B5EF4-FFF2-40B4-BE49-F238E27FC236}">
                <a16:creationId xmlns:a16="http://schemas.microsoft.com/office/drawing/2014/main" id="{5C3907E1-6553-90D5-7D18-8A5EC5BB4BA5}"/>
              </a:ext>
            </a:extLst>
          </p:cNvPr>
          <p:cNvSpPr txBox="1"/>
          <p:nvPr/>
        </p:nvSpPr>
        <p:spPr>
          <a:xfrm>
            <a:off x="1865671" y="1720739"/>
            <a:ext cx="5412658" cy="2308324"/>
          </a:xfrm>
          <a:prstGeom prst="rect">
            <a:avLst/>
          </a:prstGeom>
          <a:noFill/>
        </p:spPr>
        <p:txBody>
          <a:bodyPr wrap="square">
            <a:spAutoFit/>
          </a:bodyPr>
          <a:lstStyle/>
          <a:p>
            <a:pPr>
              <a:buNone/>
            </a:pPr>
            <a:r>
              <a:rPr lang="en-US" sz="1600" dirty="0">
                <a:solidFill>
                  <a:schemeClr val="tx1"/>
                </a:solidFill>
              </a:rPr>
              <a:t>“</a:t>
            </a:r>
            <a:r>
              <a:rPr lang="en-US" sz="1600" dirty="0" err="1">
                <a:solidFill>
                  <a:schemeClr val="tx1"/>
                </a:solidFill>
              </a:rPr>
              <a:t>Spendora</a:t>
            </a:r>
            <a:r>
              <a:rPr lang="en-US" sz="1600" dirty="0">
                <a:solidFill>
                  <a:schemeClr val="tx1"/>
                </a:solidFill>
              </a:rPr>
              <a:t>” is a smart expense tracking application focused on helping users control their monthly spending in a simple and effective way. The app includes a budget system with spending limits, progress tracking, and warning alerts when the limit is almost reached.</a:t>
            </a:r>
          </a:p>
          <a:p>
            <a:pPr>
              <a:buNone/>
            </a:pPr>
            <a:r>
              <a:rPr lang="en-US" sz="1600" dirty="0">
                <a:solidFill>
                  <a:schemeClr val="tx1"/>
                </a:solidFill>
              </a:rPr>
              <a:t>It also offers useful expense statistics and filtering options that help users better understand and organize their financial activity. The clean design and practical features make the app easy and convenient to use every 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2">
          <a:extLst>
            <a:ext uri="{FF2B5EF4-FFF2-40B4-BE49-F238E27FC236}">
              <a16:creationId xmlns:a16="http://schemas.microsoft.com/office/drawing/2014/main" id="{1CEC9F8A-E995-0BC3-BCF6-BB682963ED7D}"/>
            </a:ext>
          </a:extLst>
        </p:cNvPr>
        <p:cNvGrpSpPr/>
        <p:nvPr/>
      </p:nvGrpSpPr>
      <p:grpSpPr>
        <a:xfrm>
          <a:off x="0" y="0"/>
          <a:ext cx="0" cy="0"/>
          <a:chOff x="0" y="0"/>
          <a:chExt cx="0" cy="0"/>
        </a:xfrm>
      </p:grpSpPr>
      <p:sp>
        <p:nvSpPr>
          <p:cNvPr id="1383" name="Google Shape;1383;p40">
            <a:extLst>
              <a:ext uri="{FF2B5EF4-FFF2-40B4-BE49-F238E27FC236}">
                <a16:creationId xmlns:a16="http://schemas.microsoft.com/office/drawing/2014/main" id="{FD97AB9B-53B0-6410-7DF3-96EF38162349}"/>
              </a:ext>
            </a:extLst>
          </p:cNvPr>
          <p:cNvSpPr txBox="1">
            <a:spLocks noGrp="1"/>
          </p:cNvSpPr>
          <p:nvPr>
            <p:ph type="title" idx="2"/>
          </p:nvPr>
        </p:nvSpPr>
        <p:spPr>
          <a:xfrm>
            <a:off x="720000" y="1496250"/>
            <a:ext cx="1381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pic>
        <p:nvPicPr>
          <p:cNvPr id="1385" name="Google Shape;1385;p40">
            <a:extLst>
              <a:ext uri="{FF2B5EF4-FFF2-40B4-BE49-F238E27FC236}">
                <a16:creationId xmlns:a16="http://schemas.microsoft.com/office/drawing/2014/main" id="{8D6FDA1B-ABAC-C4FD-D2E4-C077A3A97746}"/>
              </a:ext>
            </a:extLst>
          </p:cNvPr>
          <p:cNvPicPr preferRelativeResize="0"/>
          <p:nvPr/>
        </p:nvPicPr>
        <p:blipFill rotWithShape="1">
          <a:blip r:embed="rId3">
            <a:alphaModFix/>
          </a:blip>
          <a:srcRect l="24332" t="5722" r="23343" b="4592"/>
          <a:stretch/>
        </p:blipFill>
        <p:spPr>
          <a:xfrm rot="2268302">
            <a:off x="7040137" y="2719387"/>
            <a:ext cx="1857374" cy="1790699"/>
          </a:xfrm>
          <a:prstGeom prst="rect">
            <a:avLst/>
          </a:prstGeom>
          <a:noFill/>
          <a:ln>
            <a:noFill/>
          </a:ln>
        </p:spPr>
      </p:pic>
      <p:pic>
        <p:nvPicPr>
          <p:cNvPr id="1386" name="Google Shape;1386;p40">
            <a:extLst>
              <a:ext uri="{FF2B5EF4-FFF2-40B4-BE49-F238E27FC236}">
                <a16:creationId xmlns:a16="http://schemas.microsoft.com/office/drawing/2014/main" id="{46D95E6A-9872-CD71-DF33-D226A553FFEF}"/>
              </a:ext>
            </a:extLst>
          </p:cNvPr>
          <p:cNvPicPr preferRelativeResize="0"/>
          <p:nvPr/>
        </p:nvPicPr>
        <p:blipFill rotWithShape="1">
          <a:blip r:embed="rId4">
            <a:alphaModFix/>
          </a:blip>
          <a:srcRect l="18647" t="7960" r="8852" b="8337"/>
          <a:stretch/>
        </p:blipFill>
        <p:spPr>
          <a:xfrm rot="-1406513">
            <a:off x="6447085" y="3651950"/>
            <a:ext cx="1175233" cy="763227"/>
          </a:xfrm>
          <a:prstGeom prst="rect">
            <a:avLst/>
          </a:prstGeom>
          <a:noFill/>
          <a:ln>
            <a:noFill/>
          </a:ln>
        </p:spPr>
      </p:pic>
      <p:pic>
        <p:nvPicPr>
          <p:cNvPr id="1387" name="Google Shape;1387;p40">
            <a:extLst>
              <a:ext uri="{FF2B5EF4-FFF2-40B4-BE49-F238E27FC236}">
                <a16:creationId xmlns:a16="http://schemas.microsoft.com/office/drawing/2014/main" id="{399D6762-3B7C-756B-84A1-66B0EEACC495}"/>
              </a:ext>
            </a:extLst>
          </p:cNvPr>
          <p:cNvPicPr preferRelativeResize="0"/>
          <p:nvPr/>
        </p:nvPicPr>
        <p:blipFill rotWithShape="1">
          <a:blip r:embed="rId5">
            <a:alphaModFix/>
          </a:blip>
          <a:srcRect l="25538" t="7152" r="23468" b="5838"/>
          <a:stretch/>
        </p:blipFill>
        <p:spPr>
          <a:xfrm>
            <a:off x="6035249" y="251825"/>
            <a:ext cx="1920000" cy="1842726"/>
          </a:xfrm>
          <a:prstGeom prst="rect">
            <a:avLst/>
          </a:prstGeom>
          <a:noFill/>
          <a:ln>
            <a:noFill/>
          </a:ln>
        </p:spPr>
      </p:pic>
      <p:pic>
        <p:nvPicPr>
          <p:cNvPr id="1388" name="Google Shape;1388;p40">
            <a:extLst>
              <a:ext uri="{FF2B5EF4-FFF2-40B4-BE49-F238E27FC236}">
                <a16:creationId xmlns:a16="http://schemas.microsoft.com/office/drawing/2014/main" id="{57B8B346-427F-A0C5-0468-6B0B55D5E59D}"/>
              </a:ext>
            </a:extLst>
          </p:cNvPr>
          <p:cNvPicPr preferRelativeResize="0"/>
          <p:nvPr/>
        </p:nvPicPr>
        <p:blipFill rotWithShape="1">
          <a:blip r:embed="rId6">
            <a:alphaModFix/>
          </a:blip>
          <a:srcRect l="15237" r="10475"/>
          <a:stretch/>
        </p:blipFill>
        <p:spPr>
          <a:xfrm rot="1220421">
            <a:off x="4940349" y="553959"/>
            <a:ext cx="1552575" cy="1390851"/>
          </a:xfrm>
          <a:prstGeom prst="rect">
            <a:avLst/>
          </a:prstGeom>
          <a:noFill/>
          <a:ln>
            <a:noFill/>
          </a:ln>
        </p:spPr>
      </p:pic>
      <p:sp>
        <p:nvSpPr>
          <p:cNvPr id="1389" name="Google Shape;1389;p40">
            <a:extLst>
              <a:ext uri="{FF2B5EF4-FFF2-40B4-BE49-F238E27FC236}">
                <a16:creationId xmlns:a16="http://schemas.microsoft.com/office/drawing/2014/main" id="{F9768370-4B7B-7534-D5CF-322CCE59CB5C}"/>
              </a:ext>
            </a:extLst>
          </p:cNvPr>
          <p:cNvSpPr txBox="1">
            <a:spLocks noGrp="1"/>
          </p:cNvSpPr>
          <p:nvPr>
            <p:ph type="title"/>
          </p:nvPr>
        </p:nvSpPr>
        <p:spPr>
          <a:xfrm>
            <a:off x="720000" y="2384238"/>
            <a:ext cx="7351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STAGES OF WORKING</a:t>
            </a:r>
            <a:endParaRPr dirty="0"/>
          </a:p>
        </p:txBody>
      </p:sp>
      <p:grpSp>
        <p:nvGrpSpPr>
          <p:cNvPr id="1390" name="Google Shape;1390;p40">
            <a:extLst>
              <a:ext uri="{FF2B5EF4-FFF2-40B4-BE49-F238E27FC236}">
                <a16:creationId xmlns:a16="http://schemas.microsoft.com/office/drawing/2014/main" id="{2A01DC4B-D226-6949-D6C8-033094071551}"/>
              </a:ext>
            </a:extLst>
          </p:cNvPr>
          <p:cNvGrpSpPr/>
          <p:nvPr/>
        </p:nvGrpSpPr>
        <p:grpSpPr>
          <a:xfrm>
            <a:off x="8219800" y="2094550"/>
            <a:ext cx="76825" cy="76800"/>
            <a:chOff x="3104875" y="1099400"/>
            <a:chExt cx="76825" cy="76800"/>
          </a:xfrm>
        </p:grpSpPr>
        <p:sp>
          <p:nvSpPr>
            <p:cNvPr id="1391" name="Google Shape;1391;p40">
              <a:extLst>
                <a:ext uri="{FF2B5EF4-FFF2-40B4-BE49-F238E27FC236}">
                  <a16:creationId xmlns:a16="http://schemas.microsoft.com/office/drawing/2014/main" id="{4625155F-54A6-7DFC-29F1-9922AA7DF8B6}"/>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a:extLst>
                <a:ext uri="{FF2B5EF4-FFF2-40B4-BE49-F238E27FC236}">
                  <a16:creationId xmlns:a16="http://schemas.microsoft.com/office/drawing/2014/main" id="{69B20479-FFEF-E744-19A1-C2CDD3BF0BFB}"/>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40">
            <a:extLst>
              <a:ext uri="{FF2B5EF4-FFF2-40B4-BE49-F238E27FC236}">
                <a16:creationId xmlns:a16="http://schemas.microsoft.com/office/drawing/2014/main" id="{0D62CB62-7448-2B65-CAC6-0DFC202A1803}"/>
              </a:ext>
            </a:extLst>
          </p:cNvPr>
          <p:cNvGrpSpPr/>
          <p:nvPr/>
        </p:nvGrpSpPr>
        <p:grpSpPr>
          <a:xfrm rot="1891135">
            <a:off x="4266962" y="4210993"/>
            <a:ext cx="76828" cy="76803"/>
            <a:chOff x="3104875" y="1099400"/>
            <a:chExt cx="76825" cy="76800"/>
          </a:xfrm>
        </p:grpSpPr>
        <p:sp>
          <p:nvSpPr>
            <p:cNvPr id="1394" name="Google Shape;1394;p40">
              <a:extLst>
                <a:ext uri="{FF2B5EF4-FFF2-40B4-BE49-F238E27FC236}">
                  <a16:creationId xmlns:a16="http://schemas.microsoft.com/office/drawing/2014/main" id="{9B15C774-7080-861F-29C0-A9D42A6C2E06}"/>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a:extLst>
                <a:ext uri="{FF2B5EF4-FFF2-40B4-BE49-F238E27FC236}">
                  <a16:creationId xmlns:a16="http://schemas.microsoft.com/office/drawing/2014/main" id="{5A32F298-AD39-A02C-CC1E-818F64F69496}"/>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40">
            <a:extLst>
              <a:ext uri="{FF2B5EF4-FFF2-40B4-BE49-F238E27FC236}">
                <a16:creationId xmlns:a16="http://schemas.microsoft.com/office/drawing/2014/main" id="{15D9D133-EBD4-2466-D0B2-28277C8D66FA}"/>
              </a:ext>
            </a:extLst>
          </p:cNvPr>
          <p:cNvGrpSpPr/>
          <p:nvPr/>
        </p:nvGrpSpPr>
        <p:grpSpPr>
          <a:xfrm>
            <a:off x="2400025" y="1210988"/>
            <a:ext cx="76825" cy="76800"/>
            <a:chOff x="3104875" y="1099400"/>
            <a:chExt cx="76825" cy="76800"/>
          </a:xfrm>
        </p:grpSpPr>
        <p:sp>
          <p:nvSpPr>
            <p:cNvPr id="1397" name="Google Shape;1397;p40">
              <a:extLst>
                <a:ext uri="{FF2B5EF4-FFF2-40B4-BE49-F238E27FC236}">
                  <a16:creationId xmlns:a16="http://schemas.microsoft.com/office/drawing/2014/main" id="{78D6EBEE-CCD6-1282-3B87-2C4BE535F5EC}"/>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a:extLst>
                <a:ext uri="{FF2B5EF4-FFF2-40B4-BE49-F238E27FC236}">
                  <a16:creationId xmlns:a16="http://schemas.microsoft.com/office/drawing/2014/main" id="{BD615FAE-5B9E-E332-D978-D648003C12E3}"/>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40">
            <a:extLst>
              <a:ext uri="{FF2B5EF4-FFF2-40B4-BE49-F238E27FC236}">
                <a16:creationId xmlns:a16="http://schemas.microsoft.com/office/drawing/2014/main" id="{FB4528CA-57FA-5A45-4742-6D4EE0895681}"/>
              </a:ext>
            </a:extLst>
          </p:cNvPr>
          <p:cNvPicPr preferRelativeResize="0"/>
          <p:nvPr/>
        </p:nvPicPr>
        <p:blipFill rotWithShape="1">
          <a:blip r:embed="rId7">
            <a:alphaModFix/>
          </a:blip>
          <a:srcRect l="22010" r="18456"/>
          <a:stretch/>
        </p:blipFill>
        <p:spPr>
          <a:xfrm rot="1203247">
            <a:off x="1616204" y="3965720"/>
            <a:ext cx="903665" cy="853810"/>
          </a:xfrm>
          <a:prstGeom prst="rect">
            <a:avLst/>
          </a:prstGeom>
          <a:noFill/>
          <a:ln>
            <a:noFill/>
          </a:ln>
        </p:spPr>
      </p:pic>
    </p:spTree>
    <p:extLst>
      <p:ext uri="{BB962C8B-B14F-4D97-AF65-F5344CB8AC3E}">
        <p14:creationId xmlns:p14="http://schemas.microsoft.com/office/powerpoint/2010/main" val="2574411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0"/>
        <p:cNvGrpSpPr/>
        <p:nvPr/>
      </p:nvGrpSpPr>
      <p:grpSpPr>
        <a:xfrm>
          <a:off x="0" y="0"/>
          <a:ext cx="0" cy="0"/>
          <a:chOff x="0" y="0"/>
          <a:chExt cx="0" cy="0"/>
        </a:xfrm>
      </p:grpSpPr>
      <p:sp>
        <p:nvSpPr>
          <p:cNvPr id="2065" name="Google Shape;2065;p59"/>
          <p:cNvSpPr txBox="1">
            <a:spLocks noGrp="1"/>
          </p:cNvSpPr>
          <p:nvPr>
            <p:ph type="title"/>
          </p:nvPr>
        </p:nvSpPr>
        <p:spPr>
          <a:xfrm>
            <a:off x="789046" y="498410"/>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Stages of Working</a:t>
            </a:r>
            <a:endParaRPr dirty="0"/>
          </a:p>
        </p:txBody>
      </p:sp>
      <p:grpSp>
        <p:nvGrpSpPr>
          <p:cNvPr id="2137" name="Google Shape;2137;p59"/>
          <p:cNvGrpSpPr/>
          <p:nvPr/>
        </p:nvGrpSpPr>
        <p:grpSpPr>
          <a:xfrm>
            <a:off x="1011700" y="1197775"/>
            <a:ext cx="76825" cy="76800"/>
            <a:chOff x="3104875" y="1099400"/>
            <a:chExt cx="76825" cy="76800"/>
          </a:xfrm>
        </p:grpSpPr>
        <p:sp>
          <p:nvSpPr>
            <p:cNvPr id="2138" name="Google Shape;2138;p59"/>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59"/>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47" name="Google Shape;2147;p59"/>
          <p:cNvPicPr preferRelativeResize="0"/>
          <p:nvPr/>
        </p:nvPicPr>
        <p:blipFill rotWithShape="1">
          <a:blip r:embed="rId3">
            <a:alphaModFix/>
          </a:blip>
          <a:srcRect l="22010" r="18456"/>
          <a:stretch/>
        </p:blipFill>
        <p:spPr>
          <a:xfrm rot="1913061">
            <a:off x="7375920" y="328184"/>
            <a:ext cx="861581" cy="814058"/>
          </a:xfrm>
          <a:prstGeom prst="rect">
            <a:avLst/>
          </a:prstGeom>
          <a:noFill/>
          <a:ln>
            <a:noFill/>
          </a:ln>
        </p:spPr>
      </p:pic>
      <p:pic>
        <p:nvPicPr>
          <p:cNvPr id="2148" name="Google Shape;2148;p59"/>
          <p:cNvPicPr preferRelativeResize="0"/>
          <p:nvPr/>
        </p:nvPicPr>
        <p:blipFill rotWithShape="1">
          <a:blip r:embed="rId4">
            <a:alphaModFix/>
          </a:blip>
          <a:srcRect l="18647" t="7960" r="8852" b="8337"/>
          <a:stretch/>
        </p:blipFill>
        <p:spPr>
          <a:xfrm rot="9084173">
            <a:off x="1237961" y="787475"/>
            <a:ext cx="1175231" cy="763226"/>
          </a:xfrm>
          <a:prstGeom prst="rect">
            <a:avLst/>
          </a:prstGeom>
          <a:noFill/>
          <a:ln>
            <a:noFill/>
          </a:ln>
        </p:spPr>
      </p:pic>
      <p:graphicFrame>
        <p:nvGraphicFramePr>
          <p:cNvPr id="4" name="Диаграма 3">
            <a:extLst>
              <a:ext uri="{FF2B5EF4-FFF2-40B4-BE49-F238E27FC236}">
                <a16:creationId xmlns:a16="http://schemas.microsoft.com/office/drawing/2014/main" id="{6159E47B-A53C-82F0-7C14-BDB57B05E95D}"/>
              </a:ext>
            </a:extLst>
          </p:cNvPr>
          <p:cNvGraphicFramePr/>
          <p:nvPr>
            <p:extLst>
              <p:ext uri="{D42A27DB-BD31-4B8C-83A1-F6EECF244321}">
                <p14:modId xmlns:p14="http://schemas.microsoft.com/office/powerpoint/2010/main" val="3850605634"/>
              </p:ext>
            </p:extLst>
          </p:nvPr>
        </p:nvGraphicFramePr>
        <p:xfrm>
          <a:off x="1429403" y="917449"/>
          <a:ext cx="6096000"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2">
          <a:extLst>
            <a:ext uri="{FF2B5EF4-FFF2-40B4-BE49-F238E27FC236}">
              <a16:creationId xmlns:a16="http://schemas.microsoft.com/office/drawing/2014/main" id="{B72919DF-5769-6CFB-2F40-2E23D9977BEF}"/>
            </a:ext>
          </a:extLst>
        </p:cNvPr>
        <p:cNvGrpSpPr/>
        <p:nvPr/>
      </p:nvGrpSpPr>
      <p:grpSpPr>
        <a:xfrm>
          <a:off x="0" y="0"/>
          <a:ext cx="0" cy="0"/>
          <a:chOff x="0" y="0"/>
          <a:chExt cx="0" cy="0"/>
        </a:xfrm>
      </p:grpSpPr>
      <p:sp>
        <p:nvSpPr>
          <p:cNvPr id="1383" name="Google Shape;1383;p40">
            <a:extLst>
              <a:ext uri="{FF2B5EF4-FFF2-40B4-BE49-F238E27FC236}">
                <a16:creationId xmlns:a16="http://schemas.microsoft.com/office/drawing/2014/main" id="{F3A16350-E4D9-9ACB-17C5-CFCCBDB319CF}"/>
              </a:ext>
            </a:extLst>
          </p:cNvPr>
          <p:cNvSpPr txBox="1">
            <a:spLocks noGrp="1"/>
          </p:cNvSpPr>
          <p:nvPr>
            <p:ph type="title" idx="2"/>
          </p:nvPr>
        </p:nvSpPr>
        <p:spPr>
          <a:xfrm>
            <a:off x="720000" y="1496250"/>
            <a:ext cx="1484884"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pic>
        <p:nvPicPr>
          <p:cNvPr id="1385" name="Google Shape;1385;p40">
            <a:extLst>
              <a:ext uri="{FF2B5EF4-FFF2-40B4-BE49-F238E27FC236}">
                <a16:creationId xmlns:a16="http://schemas.microsoft.com/office/drawing/2014/main" id="{8A181D29-7C9E-8E74-E6A9-948183A85A32}"/>
              </a:ext>
            </a:extLst>
          </p:cNvPr>
          <p:cNvPicPr preferRelativeResize="0"/>
          <p:nvPr/>
        </p:nvPicPr>
        <p:blipFill rotWithShape="1">
          <a:blip r:embed="rId3">
            <a:alphaModFix/>
          </a:blip>
          <a:srcRect l="24332" t="5722" r="23343" b="4592"/>
          <a:stretch/>
        </p:blipFill>
        <p:spPr>
          <a:xfrm rot="2268302">
            <a:off x="7040137" y="2719387"/>
            <a:ext cx="1857374" cy="1790699"/>
          </a:xfrm>
          <a:prstGeom prst="rect">
            <a:avLst/>
          </a:prstGeom>
          <a:noFill/>
          <a:ln>
            <a:noFill/>
          </a:ln>
        </p:spPr>
      </p:pic>
      <p:pic>
        <p:nvPicPr>
          <p:cNvPr id="1386" name="Google Shape;1386;p40">
            <a:extLst>
              <a:ext uri="{FF2B5EF4-FFF2-40B4-BE49-F238E27FC236}">
                <a16:creationId xmlns:a16="http://schemas.microsoft.com/office/drawing/2014/main" id="{406CA17A-D1DC-0B5E-1522-543024E3A299}"/>
              </a:ext>
            </a:extLst>
          </p:cNvPr>
          <p:cNvPicPr preferRelativeResize="0"/>
          <p:nvPr/>
        </p:nvPicPr>
        <p:blipFill rotWithShape="1">
          <a:blip r:embed="rId4">
            <a:alphaModFix/>
          </a:blip>
          <a:srcRect l="18647" t="7960" r="8852" b="8337"/>
          <a:stretch/>
        </p:blipFill>
        <p:spPr>
          <a:xfrm rot="-1406513">
            <a:off x="6447085" y="3651950"/>
            <a:ext cx="1175233" cy="763227"/>
          </a:xfrm>
          <a:prstGeom prst="rect">
            <a:avLst/>
          </a:prstGeom>
          <a:noFill/>
          <a:ln>
            <a:noFill/>
          </a:ln>
        </p:spPr>
      </p:pic>
      <p:pic>
        <p:nvPicPr>
          <p:cNvPr id="1387" name="Google Shape;1387;p40">
            <a:extLst>
              <a:ext uri="{FF2B5EF4-FFF2-40B4-BE49-F238E27FC236}">
                <a16:creationId xmlns:a16="http://schemas.microsoft.com/office/drawing/2014/main" id="{056439CC-7F88-E110-3D34-C25B9F22217B}"/>
              </a:ext>
            </a:extLst>
          </p:cNvPr>
          <p:cNvPicPr preferRelativeResize="0"/>
          <p:nvPr/>
        </p:nvPicPr>
        <p:blipFill rotWithShape="1">
          <a:blip r:embed="rId5">
            <a:alphaModFix/>
          </a:blip>
          <a:srcRect l="25538" t="7152" r="23468" b="5838"/>
          <a:stretch/>
        </p:blipFill>
        <p:spPr>
          <a:xfrm>
            <a:off x="6035249" y="251825"/>
            <a:ext cx="1920000" cy="1842726"/>
          </a:xfrm>
          <a:prstGeom prst="rect">
            <a:avLst/>
          </a:prstGeom>
          <a:noFill/>
          <a:ln>
            <a:noFill/>
          </a:ln>
        </p:spPr>
      </p:pic>
      <p:pic>
        <p:nvPicPr>
          <p:cNvPr id="1388" name="Google Shape;1388;p40">
            <a:extLst>
              <a:ext uri="{FF2B5EF4-FFF2-40B4-BE49-F238E27FC236}">
                <a16:creationId xmlns:a16="http://schemas.microsoft.com/office/drawing/2014/main" id="{77A1FA22-C28B-6DB3-6DD5-DAF5DDB8487E}"/>
              </a:ext>
            </a:extLst>
          </p:cNvPr>
          <p:cNvPicPr preferRelativeResize="0"/>
          <p:nvPr/>
        </p:nvPicPr>
        <p:blipFill rotWithShape="1">
          <a:blip r:embed="rId6">
            <a:alphaModFix/>
          </a:blip>
          <a:srcRect l="15237" r="10475"/>
          <a:stretch/>
        </p:blipFill>
        <p:spPr>
          <a:xfrm rot="1220421">
            <a:off x="4940349" y="553959"/>
            <a:ext cx="1552575" cy="1390851"/>
          </a:xfrm>
          <a:prstGeom prst="rect">
            <a:avLst/>
          </a:prstGeom>
          <a:noFill/>
          <a:ln>
            <a:noFill/>
          </a:ln>
        </p:spPr>
      </p:pic>
      <p:sp>
        <p:nvSpPr>
          <p:cNvPr id="1389" name="Google Shape;1389;p40">
            <a:extLst>
              <a:ext uri="{FF2B5EF4-FFF2-40B4-BE49-F238E27FC236}">
                <a16:creationId xmlns:a16="http://schemas.microsoft.com/office/drawing/2014/main" id="{66BB6BA6-7118-4A80-DBED-A06CFA288E6A}"/>
              </a:ext>
            </a:extLst>
          </p:cNvPr>
          <p:cNvSpPr txBox="1">
            <a:spLocks noGrp="1"/>
          </p:cNvSpPr>
          <p:nvPr>
            <p:ph type="title"/>
          </p:nvPr>
        </p:nvSpPr>
        <p:spPr>
          <a:xfrm>
            <a:off x="720000" y="2384238"/>
            <a:ext cx="7351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TECHNOLOGIES USED</a:t>
            </a:r>
            <a:endParaRPr dirty="0"/>
          </a:p>
        </p:txBody>
      </p:sp>
      <p:grpSp>
        <p:nvGrpSpPr>
          <p:cNvPr id="1390" name="Google Shape;1390;p40">
            <a:extLst>
              <a:ext uri="{FF2B5EF4-FFF2-40B4-BE49-F238E27FC236}">
                <a16:creationId xmlns:a16="http://schemas.microsoft.com/office/drawing/2014/main" id="{300570F4-8A6A-49BC-7AF2-DD146970A661}"/>
              </a:ext>
            </a:extLst>
          </p:cNvPr>
          <p:cNvGrpSpPr/>
          <p:nvPr/>
        </p:nvGrpSpPr>
        <p:grpSpPr>
          <a:xfrm>
            <a:off x="8219800" y="2094550"/>
            <a:ext cx="76825" cy="76800"/>
            <a:chOff x="3104875" y="1099400"/>
            <a:chExt cx="76825" cy="76800"/>
          </a:xfrm>
        </p:grpSpPr>
        <p:sp>
          <p:nvSpPr>
            <p:cNvPr id="1391" name="Google Shape;1391;p40">
              <a:extLst>
                <a:ext uri="{FF2B5EF4-FFF2-40B4-BE49-F238E27FC236}">
                  <a16:creationId xmlns:a16="http://schemas.microsoft.com/office/drawing/2014/main" id="{C80623DB-52CC-5018-A861-8997F262E674}"/>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a:extLst>
                <a:ext uri="{FF2B5EF4-FFF2-40B4-BE49-F238E27FC236}">
                  <a16:creationId xmlns:a16="http://schemas.microsoft.com/office/drawing/2014/main" id="{87C5CEB1-DB5D-158D-3231-AB45D1D4ECB2}"/>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40">
            <a:extLst>
              <a:ext uri="{FF2B5EF4-FFF2-40B4-BE49-F238E27FC236}">
                <a16:creationId xmlns:a16="http://schemas.microsoft.com/office/drawing/2014/main" id="{0FAFCB74-9DF5-22C8-C1ED-76BC939A1807}"/>
              </a:ext>
            </a:extLst>
          </p:cNvPr>
          <p:cNvGrpSpPr/>
          <p:nvPr/>
        </p:nvGrpSpPr>
        <p:grpSpPr>
          <a:xfrm rot="1891135">
            <a:off x="4266962" y="4210993"/>
            <a:ext cx="76828" cy="76803"/>
            <a:chOff x="3104875" y="1099400"/>
            <a:chExt cx="76825" cy="76800"/>
          </a:xfrm>
        </p:grpSpPr>
        <p:sp>
          <p:nvSpPr>
            <p:cNvPr id="1394" name="Google Shape;1394;p40">
              <a:extLst>
                <a:ext uri="{FF2B5EF4-FFF2-40B4-BE49-F238E27FC236}">
                  <a16:creationId xmlns:a16="http://schemas.microsoft.com/office/drawing/2014/main" id="{AD3AE4C5-B992-862D-A987-0924A183A15F}"/>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a:extLst>
                <a:ext uri="{FF2B5EF4-FFF2-40B4-BE49-F238E27FC236}">
                  <a16:creationId xmlns:a16="http://schemas.microsoft.com/office/drawing/2014/main" id="{B70A0DBE-1D2D-B780-F629-3F46DFC1AEAA}"/>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40">
            <a:extLst>
              <a:ext uri="{FF2B5EF4-FFF2-40B4-BE49-F238E27FC236}">
                <a16:creationId xmlns:a16="http://schemas.microsoft.com/office/drawing/2014/main" id="{AE5700D3-8455-E6FA-1EFD-7860FFD238CF}"/>
              </a:ext>
            </a:extLst>
          </p:cNvPr>
          <p:cNvGrpSpPr/>
          <p:nvPr/>
        </p:nvGrpSpPr>
        <p:grpSpPr>
          <a:xfrm>
            <a:off x="2400025" y="1210988"/>
            <a:ext cx="76825" cy="76800"/>
            <a:chOff x="3104875" y="1099400"/>
            <a:chExt cx="76825" cy="76800"/>
          </a:xfrm>
        </p:grpSpPr>
        <p:sp>
          <p:nvSpPr>
            <p:cNvPr id="1397" name="Google Shape;1397;p40">
              <a:extLst>
                <a:ext uri="{FF2B5EF4-FFF2-40B4-BE49-F238E27FC236}">
                  <a16:creationId xmlns:a16="http://schemas.microsoft.com/office/drawing/2014/main" id="{2150C9FB-3CFA-0316-59AC-226C59421F77}"/>
                </a:ext>
              </a:extLst>
            </p:cNvPr>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a:extLst>
                <a:ext uri="{FF2B5EF4-FFF2-40B4-BE49-F238E27FC236}">
                  <a16:creationId xmlns:a16="http://schemas.microsoft.com/office/drawing/2014/main" id="{E670CBE3-5072-02D9-6C7E-A688C128D74A}"/>
                </a:ext>
              </a:extLst>
            </p:cNvPr>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40">
            <a:extLst>
              <a:ext uri="{FF2B5EF4-FFF2-40B4-BE49-F238E27FC236}">
                <a16:creationId xmlns:a16="http://schemas.microsoft.com/office/drawing/2014/main" id="{1A0B0C34-29B2-044E-9419-6AC3B8943D77}"/>
              </a:ext>
            </a:extLst>
          </p:cNvPr>
          <p:cNvPicPr preferRelativeResize="0"/>
          <p:nvPr/>
        </p:nvPicPr>
        <p:blipFill rotWithShape="1">
          <a:blip r:embed="rId7">
            <a:alphaModFix/>
          </a:blip>
          <a:srcRect l="22010" r="18456"/>
          <a:stretch/>
        </p:blipFill>
        <p:spPr>
          <a:xfrm rot="1203247">
            <a:off x="1616204" y="3965720"/>
            <a:ext cx="903665" cy="853810"/>
          </a:xfrm>
          <a:prstGeom prst="rect">
            <a:avLst/>
          </a:prstGeom>
          <a:noFill/>
          <a:ln>
            <a:noFill/>
          </a:ln>
        </p:spPr>
      </p:pic>
    </p:spTree>
    <p:extLst>
      <p:ext uri="{BB962C8B-B14F-4D97-AF65-F5344CB8AC3E}">
        <p14:creationId xmlns:p14="http://schemas.microsoft.com/office/powerpoint/2010/main" val="2183006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44"/>
          <p:cNvSpPr txBox="1">
            <a:spLocks noGrp="1"/>
          </p:cNvSpPr>
          <p:nvPr>
            <p:ph type="title"/>
          </p:nvPr>
        </p:nvSpPr>
        <p:spPr>
          <a:xfrm>
            <a:off x="815865" y="26814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Technologies used</a:t>
            </a:r>
            <a:endParaRPr dirty="0"/>
          </a:p>
        </p:txBody>
      </p:sp>
      <p:pic>
        <p:nvPicPr>
          <p:cNvPr id="2050" name="Picture 2">
            <a:extLst>
              <a:ext uri="{FF2B5EF4-FFF2-40B4-BE49-F238E27FC236}">
                <a16:creationId xmlns:a16="http://schemas.microsoft.com/office/drawing/2014/main" id="{D767F941-0099-F840-401D-FAC650A25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500" y="1196682"/>
            <a:ext cx="1057378" cy="1189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itHub logo transparent background 46437248 PNG">
            <a:extLst>
              <a:ext uri="{FF2B5EF4-FFF2-40B4-BE49-F238E27FC236}">
                <a16:creationId xmlns:a16="http://schemas.microsoft.com/office/drawing/2014/main" id="{D4DD7049-E9BB-9D80-4909-5C2B0D5668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9823" y="949899"/>
            <a:ext cx="1725561" cy="172556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ownload Microsoft PowerPoint Logo in SVG Vector or PNG File Format - Logo .wine">
            <a:extLst>
              <a:ext uri="{FF2B5EF4-FFF2-40B4-BE49-F238E27FC236}">
                <a16:creationId xmlns:a16="http://schemas.microsoft.com/office/drawing/2014/main" id="{32D0DBF5-C989-0A15-D43E-70D34E1F30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770" y="3293049"/>
            <a:ext cx="2162483" cy="144165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ownload Microsoft Word (Multi-Tool Word) Logo in SVG Vector or PNG File  Format - Logo.wine">
            <a:extLst>
              <a:ext uri="{FF2B5EF4-FFF2-40B4-BE49-F238E27FC236}">
                <a16:creationId xmlns:a16="http://schemas.microsoft.com/office/drawing/2014/main" id="{49F26C0B-0EC9-E397-7D58-39D73D19C7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533" y="3303409"/>
            <a:ext cx="2146943" cy="143129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con&#10;&#10;Description automatically generated">
            <a:extLst>
              <a:ext uri="{FF2B5EF4-FFF2-40B4-BE49-F238E27FC236}">
                <a16:creationId xmlns:a16="http://schemas.microsoft.com/office/drawing/2014/main" id="{FFBB7223-1795-560D-CE87-3DDDBFDEF0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1331" y="3447886"/>
            <a:ext cx="1208492" cy="112417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552D6C78-F0E5-FC3E-1F31-2F9F8CF2A2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6690" y="1192633"/>
            <a:ext cx="1346807" cy="134680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100F0E88-2C50-6F64-62A2-FE14BD147F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3205" y="1192633"/>
            <a:ext cx="1254908" cy="12549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3"/>
        <p:cNvGrpSpPr/>
        <p:nvPr/>
      </p:nvGrpSpPr>
      <p:grpSpPr>
        <a:xfrm>
          <a:off x="0" y="0"/>
          <a:ext cx="0" cy="0"/>
          <a:chOff x="0" y="0"/>
          <a:chExt cx="0" cy="0"/>
        </a:xfrm>
      </p:grpSpPr>
      <p:pic>
        <p:nvPicPr>
          <p:cNvPr id="1404" name="Google Shape;1404;p41"/>
          <p:cNvPicPr preferRelativeResize="0"/>
          <p:nvPr/>
        </p:nvPicPr>
        <p:blipFill rotWithShape="1">
          <a:blip r:embed="rId3">
            <a:alphaModFix/>
          </a:blip>
          <a:srcRect l="26807" t="7660" r="25401" b="5391"/>
          <a:stretch/>
        </p:blipFill>
        <p:spPr>
          <a:xfrm>
            <a:off x="7219350" y="2823400"/>
            <a:ext cx="1739952" cy="1780604"/>
          </a:xfrm>
          <a:prstGeom prst="rect">
            <a:avLst/>
          </a:prstGeom>
          <a:noFill/>
          <a:ln>
            <a:noFill/>
          </a:ln>
        </p:spPr>
      </p:pic>
      <p:pic>
        <p:nvPicPr>
          <p:cNvPr id="1405" name="Google Shape;1405;p41"/>
          <p:cNvPicPr preferRelativeResize="0"/>
          <p:nvPr/>
        </p:nvPicPr>
        <p:blipFill rotWithShape="1">
          <a:blip r:embed="rId4">
            <a:alphaModFix/>
          </a:blip>
          <a:srcRect l="18647" t="7960" r="8852" b="8337"/>
          <a:stretch/>
        </p:blipFill>
        <p:spPr>
          <a:xfrm rot="-1152297">
            <a:off x="7181325" y="246575"/>
            <a:ext cx="1647827" cy="1070150"/>
          </a:xfrm>
          <a:prstGeom prst="rect">
            <a:avLst/>
          </a:prstGeom>
          <a:noFill/>
          <a:ln>
            <a:noFill/>
          </a:ln>
        </p:spPr>
      </p:pic>
      <p:pic>
        <p:nvPicPr>
          <p:cNvPr id="1406" name="Google Shape;1406;p41"/>
          <p:cNvPicPr preferRelativeResize="0"/>
          <p:nvPr/>
        </p:nvPicPr>
        <p:blipFill rotWithShape="1">
          <a:blip r:embed="rId5">
            <a:alphaModFix/>
          </a:blip>
          <a:srcRect l="15237" r="10475"/>
          <a:stretch/>
        </p:blipFill>
        <p:spPr>
          <a:xfrm rot="1220421">
            <a:off x="408399" y="3540122"/>
            <a:ext cx="1552575" cy="1390851"/>
          </a:xfrm>
          <a:prstGeom prst="rect">
            <a:avLst/>
          </a:prstGeom>
          <a:noFill/>
          <a:ln>
            <a:noFill/>
          </a:ln>
        </p:spPr>
      </p:pic>
      <p:pic>
        <p:nvPicPr>
          <p:cNvPr id="1407" name="Google Shape;1407;p41"/>
          <p:cNvPicPr preferRelativeResize="0"/>
          <p:nvPr/>
        </p:nvPicPr>
        <p:blipFill rotWithShape="1">
          <a:blip r:embed="rId6">
            <a:alphaModFix/>
          </a:blip>
          <a:srcRect l="22010" r="18456"/>
          <a:stretch/>
        </p:blipFill>
        <p:spPr>
          <a:xfrm rot="3321565">
            <a:off x="7376838" y="2871512"/>
            <a:ext cx="652200" cy="616227"/>
          </a:xfrm>
          <a:prstGeom prst="rect">
            <a:avLst/>
          </a:prstGeom>
          <a:noFill/>
          <a:ln>
            <a:noFill/>
          </a:ln>
        </p:spPr>
      </p:pic>
      <p:grpSp>
        <p:nvGrpSpPr>
          <p:cNvPr id="1408" name="Google Shape;1408;p41"/>
          <p:cNvGrpSpPr/>
          <p:nvPr/>
        </p:nvGrpSpPr>
        <p:grpSpPr>
          <a:xfrm>
            <a:off x="1246050" y="3236851"/>
            <a:ext cx="76825" cy="76800"/>
            <a:chOff x="3104875" y="1099400"/>
            <a:chExt cx="76825" cy="76800"/>
          </a:xfrm>
        </p:grpSpPr>
        <p:sp>
          <p:nvSpPr>
            <p:cNvPr id="1409" name="Google Shape;1409;p4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41"/>
          <p:cNvGrpSpPr/>
          <p:nvPr/>
        </p:nvGrpSpPr>
        <p:grpSpPr>
          <a:xfrm>
            <a:off x="4870450" y="743250"/>
            <a:ext cx="76825" cy="76800"/>
            <a:chOff x="3104875" y="1099400"/>
            <a:chExt cx="76825" cy="76800"/>
          </a:xfrm>
        </p:grpSpPr>
        <p:sp>
          <p:nvSpPr>
            <p:cNvPr id="1412" name="Google Shape;1412;p4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41"/>
          <p:cNvGrpSpPr/>
          <p:nvPr/>
        </p:nvGrpSpPr>
        <p:grpSpPr>
          <a:xfrm>
            <a:off x="8200950" y="2377875"/>
            <a:ext cx="76825" cy="76800"/>
            <a:chOff x="3104875" y="1099400"/>
            <a:chExt cx="76825" cy="76800"/>
          </a:xfrm>
        </p:grpSpPr>
        <p:sp>
          <p:nvSpPr>
            <p:cNvPr id="1415" name="Google Shape;1415;p4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7" name="Google Shape;1417;p41"/>
          <p:cNvSpPr txBox="1">
            <a:spLocks noGrp="1"/>
          </p:cNvSpPr>
          <p:nvPr>
            <p:ph type="title"/>
          </p:nvPr>
        </p:nvSpPr>
        <p:spPr>
          <a:xfrm>
            <a:off x="640050" y="1190025"/>
            <a:ext cx="72579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5400" dirty="0">
                <a:latin typeface="Montserrat Black" panose="00000A00000000000000" pitchFamily="2" charset="-52"/>
                <a:ea typeface="Montserrat"/>
                <a:cs typeface="Montserrat"/>
                <a:sym typeface="Montserrat"/>
              </a:rPr>
              <a:t>Let’s see the app</a:t>
            </a:r>
            <a:endParaRPr sz="5400" dirty="0">
              <a:latin typeface="Montserrat Black" panose="00000A00000000000000" pitchFamily="2" charset="-52"/>
              <a:ea typeface="Montserrat"/>
              <a:cs typeface="Montserrat"/>
              <a:sym typeface="Montserrat"/>
            </a:endParaRPr>
          </a:p>
        </p:txBody>
      </p:sp>
    </p:spTree>
  </p:cSld>
  <p:clrMapOvr>
    <a:masterClrMapping/>
  </p:clrMapOvr>
</p:sld>
</file>

<file path=ppt/theme/theme1.xml><?xml version="1.0" encoding="utf-8"?>
<a:theme xmlns:a="http://schemas.openxmlformats.org/drawingml/2006/main" name="Artificial Intelligence (AI) Technology Consulting by Slidesgo">
  <a:themeElements>
    <a:clrScheme name="Simple Light">
      <a:dk1>
        <a:srgbClr val="FFFFFF"/>
      </a:dk1>
      <a:lt1>
        <a:srgbClr val="032138"/>
      </a:lt1>
      <a:dk2>
        <a:srgbClr val="6995D9"/>
      </a:dk2>
      <a:lt2>
        <a:srgbClr val="002E8A"/>
      </a:lt2>
      <a:accent1>
        <a:srgbClr val="00FB87"/>
      </a:accent1>
      <a:accent2>
        <a:srgbClr val="00CCAC"/>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196</Words>
  <Application>Microsoft Office PowerPoint</Application>
  <PresentationFormat>Презентация на цял екран (16:9)</PresentationFormat>
  <Paragraphs>43</Paragraphs>
  <Slides>11</Slides>
  <Notes>11</Notes>
  <HiddenSlides>0</HiddenSlides>
  <MMClips>0</MMClips>
  <ScaleCrop>false</ScaleCrop>
  <HeadingPairs>
    <vt:vector size="6" baseType="variant">
      <vt:variant>
        <vt:lpstr>Използвани шрифтове</vt:lpstr>
      </vt:variant>
      <vt:variant>
        <vt:i4>5</vt:i4>
      </vt:variant>
      <vt:variant>
        <vt:lpstr>Тема</vt:lpstr>
      </vt:variant>
      <vt:variant>
        <vt:i4>1</vt:i4>
      </vt:variant>
      <vt:variant>
        <vt:lpstr>Заглавия на слайдовете</vt:lpstr>
      </vt:variant>
      <vt:variant>
        <vt:i4>11</vt:i4>
      </vt:variant>
    </vt:vector>
  </HeadingPairs>
  <TitlesOfParts>
    <vt:vector size="17" baseType="lpstr">
      <vt:lpstr>Bebas Neue</vt:lpstr>
      <vt:lpstr>Montserrat Black</vt:lpstr>
      <vt:lpstr>Arial</vt:lpstr>
      <vt:lpstr>Montserrat</vt:lpstr>
      <vt:lpstr>Anaheim</vt:lpstr>
      <vt:lpstr>Artificial Intelligence (AI) Technology Consulting by Slidesgo</vt:lpstr>
      <vt:lpstr>CodeCraft</vt:lpstr>
      <vt:lpstr>TABLE OF CONTENTS</vt:lpstr>
      <vt:lpstr>01</vt:lpstr>
      <vt:lpstr>Презентация на PowerPoint</vt:lpstr>
      <vt:lpstr>02</vt:lpstr>
      <vt:lpstr>Idea of the app</vt:lpstr>
      <vt:lpstr>03</vt:lpstr>
      <vt:lpstr>Stages of Working</vt:lpstr>
      <vt:lpstr>04</vt:lpstr>
      <vt:lpstr>Technologies used</vt:lpstr>
      <vt:lpstr>Let’s see the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Ивайло Георгиев</cp:lastModifiedBy>
  <cp:revision>2</cp:revision>
  <dcterms:modified xsi:type="dcterms:W3CDTF">2026-05-11T18:04:43Z</dcterms:modified>
</cp:coreProperties>
</file>